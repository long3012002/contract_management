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07" r:id="rId2"/>
    <p:sldId id="319" r:id="rId3"/>
    <p:sldId id="362" r:id="rId4"/>
    <p:sldId id="327" r:id="rId5"/>
    <p:sldId id="378" r:id="rId6"/>
    <p:sldId id="399" r:id="rId7"/>
    <p:sldId id="397" r:id="rId8"/>
    <p:sldId id="360" r:id="rId9"/>
    <p:sldId id="332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1525" initials="u" lastIdx="1" clrIdx="0">
    <p:extLst>
      <p:ext uri="{19B8F6BF-5375-455C-9EA6-DF929625EA0E}">
        <p15:presenceInfo xmlns:p15="http://schemas.microsoft.com/office/powerpoint/2012/main" userId="user152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7" autoAdjust="0"/>
    <p:restoredTop sz="98042" autoAdjust="0"/>
  </p:normalViewPr>
  <p:slideViewPr>
    <p:cSldViewPr snapToGrid="0">
      <p:cViewPr varScale="1">
        <p:scale>
          <a:sx n="110" d="100"/>
          <a:sy n="110" d="100"/>
        </p:scale>
        <p:origin x="75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 standalone="yes"?>
<dgm:dataModel xmlns:dgm="http://schemas.openxmlformats.org/drawingml/2006/diagram" xmlns:a="http://schemas.openxmlformats.org/drawingml/2006/main"><dgm:ptLst><dgm:pt modelId="{47E00B12-DE0A-4FCD-91DA-B5E516332D61}" type="doc"><dgm:prSet loTypeId="urn:microsoft.com/office/officeart/2008/layout/HorizontalMultiLevelHierarchy" loCatId="hierarchy" qsTypeId="urn:microsoft.com/office/officeart/2005/8/quickstyle/simple1" qsCatId="simple" csTypeId="urn:microsoft.com/office/officeart/2005/8/colors/accent1_4" csCatId="accent1" phldr="1"/><dgm:spPr/><dgm:t><a:bodyPr/><a:lstStyle/><a:p><a:endParaRPr lang="en-US"/></a:p></dgm:t></dgm:pt><dgm:pt modelId="{D89E4BC7-1958-4E0C-A344-46AEA5212E5D}"><dgm:prSet phldrT="[Text]" custT="1"/><dgm:spPr/><dgm:t><a:bodyPr/><a:lstStyle/><a:p><a:pPr marL="0" indent="0" algn="ctr"/><a:r><a:rPr lang="en-US" sz="2800" b="1" dirty="0"><a:latin typeface="Times New Roman" pitchFamily="18" charset="0"/><a:cs typeface="Times New Roman" pitchFamily="18" charset="0"/></a:rPr><a:t>CÔNG VIỆC CHÍNH</a:t></a:r></a:p></dgm:t></dgm:pt><dgm:pt modelId="{5B3C3C45-2A7F-42B1-A9D0-5407E7875FE9}" type="parTrans" cxnId="{96E8F625-3EFC-425E-B25D-957A5F4258BC}"><dgm:prSet/><dgm:spPr/><dgm:t><a:bodyPr/><a:lstStyle/><a:p><a:pPr algn="l"/><a:endParaRPr lang="en-US"/></a:p></dgm:t></dgm:pt><dgm:pt modelId="{D155839A-FF5A-45EF-B525-2D0AD8EC164A}" type="sibTrans" cxnId="{96E8F625-3EFC-425E-B25D-957A5F4258BC}"><dgm:prSet/><dgm:spPr/><dgm:t><a:bodyPr/><a:lstStyle/><a:p><a:pPr algn="l"/><a:endParaRPr lang="en-US"/></a:p></dgm:t></dgm:pt><dgm:pt modelId="{DFE5D6D7-F12C-4105-A677-DA104F844884}"><dgm:prSet phldrT="[Text]" custT="1"/><dgm:spPr/><dgm:t><a:bodyPr/><a:lstStyle/><a:p><a:pPr marL="0" indent="457200" algn="l"/><a:r><a:rPr lang="en-US" altLang="ko-KR" sz="2400" b="1" dirty="0"><a:latin typeface="Times New Roman" pitchFamily="18" charset="0"/><a:cs typeface="Times New Roman" pitchFamily="18" charset="0"/></a:rPr><a:t>QUẢN LÝ KẾ HOẠCH VỐN & DỰ ÁN</a:t></a:r><a:endParaRPr lang="en-US" sz="2400" dirty="0"><a:latin typeface="Times New Roman" pitchFamily="18" charset="0"/><a:cs typeface="Times New Roman" pitchFamily="18" charset="0"/></a:endParaRPr></a:p></dgm:t></dgm:pt><dgm:pt modelId="{3B743876-8A38-4823-A57E-D71D30A84BD5}" type="parTrans" cxnId="{6C8DE31F-43D6-4CB6-AE85-9CB1354FD428}"><dgm:prSet custT="1"/><dgm:spPr/><dgm:t><a:bodyPr/><a:lstStyle/><a:p><a:pPr algn="l"/><a:endParaRPr lang="en-US" sz="1800"><a:latin typeface="Times New Roman" pitchFamily="18" charset="0"/><a:cs typeface="Times New Roman" pitchFamily="18" charset="0"/></a:endParaRPr></a:p></dgm:t></dgm:pt><dgm:pt modelId="{8524BC94-8878-4A02-B898-5882E9B0631A}" type="sibTrans" cxnId="{6C8DE31F-43D6-4CB6-AE85-9CB1354FD428}"><dgm:prSet/><dgm:spPr/><dgm:t><a:bodyPr/><a:lstStyle/><a:p><a:pPr algn="l"/><a:endParaRPr lang="en-US"/></a:p></dgm:t></dgm:pt><dgm:pt modelId="{7098D233-64A3-40FD-89FB-8DD859A1393E}"><dgm:prSet custT="1"/><dgm:spPr/><dgm:t><a:bodyPr/><a:lstStyle/><a:p><a:pPr marL="0" indent="457200" algn="l"/><a:r><a:rPr lang="en-US" sz="2400" b="1" dirty="0"><a:latin typeface="Times New Roman" pitchFamily="18" charset="0"/><a:cs typeface="Times New Roman" pitchFamily="18" charset="0"/></a:rPr><a:t>QUẢN LÝ GÓI THẦU & HỢP ĐỒNG</a:t></a:r></a:p></dgm:t></dgm:pt><dgm:pt modelId="{4AB01580-73C6-4545-A7EA-04F1BD09903B}" type="parTrans" cxnId="{D79DA0A0-FA4B-4096-A52B-94108EEA869D}"><dgm:prSet custT="1"/><dgm:spPr/><dgm:t><a:bodyPr/><a:lstStyle/><a:p><a:pPr algn="l"/><a:endParaRPr lang="en-US" sz="1800"><a:latin typeface="Times New Roman" pitchFamily="18" charset="0"/><a:cs typeface="Times New Roman" pitchFamily="18" charset="0"/></a:endParaRPr></a:p></dgm:t></dgm:pt><dgm:pt modelId="{747C4A55-AED0-49D0-BF74-834695DACF27}" type="sibTrans" cxnId="{D79DA0A0-FA4B-4096-A52B-94108EEA869D}"><dgm:prSet/><dgm:spPr/><dgm:t><a:bodyPr/><a:lstStyle/><a:p><a:pPr algn="l"/><a:endParaRPr lang="en-US"/></a:p></dgm:t></dgm:pt><dgm:pt modelId="{9C5AC2FD-89EA-4200-A03F-55D0A9BEFB93}"><dgm:prSet custT="1"/><dgm:spPr/><dgm:t><a:bodyPr/><a:lstStyle/><a:p><a:pPr marL="0" indent="457200" algn="l"/><a:r><a:rPr lang="en-US" sz="2400" b="1" dirty="0"><a:latin typeface="Times New Roman" pitchFamily="18" charset="0"/><a:cs typeface="Times New Roman" pitchFamily="18" charset="0"/></a:rPr><a:t>GIẢI NGÂN & TIẾN ĐỘ THANH TOÁN</a:t></a:r></a:p></dgm:t></dgm:pt><dgm:pt modelId="{E5676A73-34C9-4691-A3EB-1F82FFB3BC65}" type="parTrans" cxnId="{C8E72A84-5617-49EE-B00F-7A1B2F0EEB7A}"><dgm:prSet custT="1"/><dgm:spPr/><dgm:t><a:bodyPr/><a:lstStyle/><a:p><a:pPr algn="l"/><a:endParaRPr lang="en-US" sz="1800"><a:latin typeface="Times New Roman" pitchFamily="18" charset="0"/><a:cs typeface="Times New Roman" pitchFamily="18" charset="0"/></a:endParaRPr></a:p></dgm:t></dgm:pt><dgm:pt modelId="{1110953A-CE83-44B6-B7C5-9573CBE4CA4F}" type="sibTrans" cxnId="{C8E72A84-5617-49EE-B00F-7A1B2F0EEB7A}"><dgm:prSet/><dgm:spPr/><dgm:t><a:bodyPr/><a:lstStyle/><a:p><a:pPr algn="l"/><a:endParaRPr lang="en-US"/></a:p></dgm:t></dgm:pt><dgm:pt modelId="{A216AE11-F2F7-4B61-B185-654D606277C3}"><dgm:prSet custT="1"/><dgm:spPr/><dgm:t><a:bodyPr/><a:lstStyle/><a:p><a:pPr marL="0" indent="457200" algn="l"/><a:r><a:rPr lang="en-US" sz="2400" b="1" dirty="0"><a:latin typeface="Times New Roman" pitchFamily="18" charset="0"/><a:cs typeface="Times New Roman" pitchFamily="18" charset="0"/></a:rPr><a:t>QUẢN TRỊ NGƯỜI DÙNG & AN TOÀN TT</a:t></a:r><a:endParaRPr lang="en-US" sz="2400" dirty="0"><a:latin typeface="Times New Roman" pitchFamily="18" charset="0"/><a:cs typeface="Times New Roman" pitchFamily="18" charset="0"/></a:endParaRPr></a:p></dgm:t></dgm:pt><dgm:pt modelId="{3C01973F-350D-4EA0-AB7B-2ED00F6F3303}" type="parTrans" cxnId="{B77A42EF-5268-4FFA-A8F6-B7559AAE95D5}"><dgm:prSet custT="1"/><dgm:spPr/><dgm:t><a:bodyPr/><a:lstStyle/><a:p><a:pPr algn="l"/><a:endParaRPr lang="en-US" sz="1800"><a:latin typeface="Times New Roman" pitchFamily="18" charset="0"/><a:cs typeface="Times New Roman" pitchFamily="18" charset="0"/></a:endParaRPr></a:p></dgm:t></dgm:pt><dgm:pt modelId="{E9605618-AD3E-4294-81CF-5C40B49639DB}" type="sibTrans" cxnId="{B77A42EF-5268-4FFA-A8F6-B7559AAE95D5}"><dgm:prSet/><dgm:spPr/><dgm:t><a:bodyPr/><a:lstStyle/><a:p><a:pPr algn="l"/><a:endParaRPr lang="en-US"/></a:p></dgm:t></dgm:pt><dgm:pt modelId="{6EB65C18-EAFE-4FFB-8534-2A065F2EE4CA}"><dgm:prSet custT="1"/><dgm:spPr/><dgm:t><a:bodyPr/><a:lstStyle/><a:p><a:pPr marL="0" indent="457200" algn="l"/><a:r><a:rPr lang="en-US" sz="2400" b="1" dirty="0"><a:latin typeface="Times New Roman" pitchFamily="18" charset="0"/><a:cs typeface="Times New Roman" pitchFamily="18" charset="0"/></a:rPr><a:t>CẢNH BÁO NHẮC HẠN (REAL-TIME)</a:t></a:r></a:p></dgm:t></dgm:pt><dgm:pt modelId="{1AD29312-E35C-4125-BEC0-728D8F2C56B7}" type="parTrans" cxnId="{2517E3D7-ADCD-4223-B955-92B2D66D34BC}"><dgm:prSet/><dgm:spPr/><dgm:t><a:bodyPr/><a:lstStyle/><a:p><a:pPr algn="l"/><a:endParaRPr lang="en-US"/></a:p></dgm:t></dgm:pt><dgm:pt modelId="{9DBE8871-E086-4F2A-BEEE-38D665913CC5}" type="sibTrans" cxnId="{2517E3D7-ADCD-4223-B955-92B2D66D34BC}"><dgm:prSet/><dgm:spPr/><dgm:t><a:bodyPr/><a:lstStyle/><a:p><a:pPr algn="l"/><a:endParaRPr lang="en-US"/></a:p></dgm:t></dgm:pt><dgm:pt modelId="{575A7480-EAB5-4B3B-A0C9-4FC33156232E}"><dgm:prSet custT="1"/><dgm:spPr/><dgm:t><a:bodyPr/><a:lstStyle/><a:p><a:pPr marL="0" indent="457200" algn="l"/><a:r><a:rPr lang="en-US" sz="2400" b="1" dirty="0" smtClean="0"><a:latin typeface="Times New Roman" pitchFamily="18" charset="0"/><a:cs typeface="Times New Roman" pitchFamily="18" charset="0"/></a:rPr><a:t>TRUNG TÂM BÁO CÁO & ĐIỀU HÀNH</a:t></a:r><a:endParaRPr lang="en-US" sz="2400" b="1" dirty="0"><a:latin typeface="Times New Roman" pitchFamily="18" charset="0"/><a:cs typeface="Times New Roman" pitchFamily="18" charset="0"/></a:endParaRPr></a:p></dgm:t></dgm:pt><dgm:pt modelId="{FB39B940-0896-4F2C-B7EB-EA5D1FDB63BE}" type="parTrans" cxnId="{47F92578-4F01-4A9C-B8F9-B2E94CF18E1A}"><dgm:prSet/><dgm:spPr/><dgm:t><a:bodyPr/><a:lstStyle/><a:p><a:pPr algn="l"/><a:endParaRPr lang="en-US"/></a:p></dgm:t></dgm:pt><dgm:pt modelId="{0CB5B533-CA6C-4591-B99E-0000B3C63369}" type="sibTrans" cxnId="{47F92578-4F01-4A9C-B8F9-B2E94CF18E1A}"><dgm:prSet/><dgm:spPr/><dgm:t><a:bodyPr/><a:lstStyle/><a:p><a:pPr algn="l"/><a:endParaRPr lang="en-US"/></a:p></dgm:t></dgm:pt><dgm:pt modelId="{1DD6C265-461E-4893-B822-B50C86A84B66}" type="pres"><dgm:prSet presAssocID="{47E00B12-DE0A-4FCD-91DA-B5E516332D61}" presName="Name0" presStyleCnt="0"><dgm:presLayoutVars><dgm:chPref val="1"/><dgm:dir/><dgm:animOne val="branch"/><dgm:animLvl val="lvl"/><dgm:resizeHandles val="exact"/></dgm:presLayoutVars></dgm:prSet><dgm:spPr/><dgm:t><a:bodyPr/><a:lstStyle/><a:p><a:endParaRPr lang="en-US"/></a:p></dgm:t></dgm:pt><dgm:pt modelId="{47FD8252-A15B-4D64-BA17-5B6A37C35FCC}" type="pres"><dgm:prSet presAssocID="{D89E4BC7-1958-4E0C-A344-46AEA5212E5D}" presName="root1" presStyleCnt="0"/><dgm:spPr/></dgm:pt><dgm:pt modelId="{118ABBA8-C9A8-4D04-9A88-2F6057CFFE05}" type="pres"><dgm:prSet presAssocID="{D89E4BC7-1958-4E0C-A344-46AEA5212E5D}" presName="LevelOneTextNode" presStyleLbl="node0" presStyleIdx="0" presStyleCnt="1" custScaleX="171378" custScaleY="163596" custLinFactX="-800000" custLinFactNeighborX="-836043" custLinFactNeighborY="-110"><dgm:presLayoutVars><dgm:chPref val="3"/></dgm:presLayoutVars></dgm:prSet><dgm:spPr/><dgm:t><a:bodyPr/><a:lstStyle/><a:p><a:endParaRPr lang="en-US"/></a:p></dgm:t></dgm:pt><dgm:pt modelId="{47F4854C-3D72-43F4-8401-3FE580B79A51}" type="pres"><dgm:prSet presAssocID="{D89E4BC7-1958-4E0C-A344-46AEA5212E5D}" presName="level2hierChild" presStyleCnt="0"/><dgm:spPr/></dgm:pt><dgm:pt modelId="{35391766-D7CA-4954-B1CD-EE484DF5BFE1}" type="pres"><dgm:prSet presAssocID="{3B743876-8A38-4823-A57E-D71D30A84BD5}" presName="conn2-1" presStyleLbl="parChTrans1D2" presStyleIdx="0" presStyleCnt="6"/><dgm:spPr/><dgm:t><a:bodyPr/><a:lstStyle/><a:p><a:endParaRPr lang="en-US"/></a:p></dgm:t></dgm:pt><dgm:pt modelId="{0349F1E0-E3EE-4C10-9893-2E518E12F235}" type="pres"><dgm:prSet presAssocID="{3B743876-8A38-4823-A57E-D71D30A84BD5}" presName="connTx" presStyleLbl="parChTrans1D2" presStyleIdx="0" presStyleCnt="6"/><dgm:spPr/><dgm:t><a:bodyPr/><a:lstStyle/><a:p><a:endParaRPr lang="en-US"/></a:p></dgm:t></dgm:pt><dgm:pt modelId="{28C3CBB2-F74A-4437-AC82-1F979B48EFE5}" type="pres"><dgm:prSet presAssocID="{DFE5D6D7-F12C-4105-A677-DA104F844884}" presName="root2" presStyleCnt="0"/><dgm:spPr/></dgm:pt><dgm:pt modelId="{38AB4AB2-005E-4922-842C-916FEC6EA62C}" type="pres"><dgm:prSet presAssocID="{DFE5D6D7-F12C-4105-A677-DA104F844884}" presName="LevelTwoTextNode" presStyleLbl="node2" presStyleIdx="0" presStyleCnt="6" custScaleX="502325" custScaleY="139764" custLinFactNeighborX="-19679"><dgm:presLayoutVars><dgm:chPref val="3"/></dgm:presLayoutVars></dgm:prSet><dgm:spPr/><dgm:t><a:bodyPr/><a:lstStyle/><a:p><a:endParaRPr lang="en-US"/></a:p></dgm:t></dgm:pt><dgm:pt modelId="{FD7D036A-D511-4055-B215-3A83BD09EEC6}" type="pres"><dgm:prSet presAssocID="{DFE5D6D7-F12C-4105-A677-DA104F844884}" presName="level3hierChild" presStyleCnt="0"/><dgm:spPr/></dgm:pt><dgm:pt modelId="{53D7708D-70B5-4B20-AA6E-727608C8305B}" type="pres"><dgm:prSet presAssocID="{4AB01580-73C6-4545-A7EA-04F1BD09903B}" presName="conn2-1" presStyleLbl="parChTrans1D2" presStyleIdx="1" presStyleCnt="6"/><dgm:spPr/><dgm:t><a:bodyPr/><a:lstStyle/><a:p><a:endParaRPr lang="en-US"/></a:p></dgm:t></dgm:pt><dgm:pt modelId="{00E9381C-54A4-459A-B2B7-D4150D79EC55}" type="pres"><dgm:prSet presAssocID="{4AB01580-73C6-4545-A7EA-04F1BD09903B}" presName="connTx" presStyleLbl="parChTrans1D2" presStyleIdx="1" presStyleCnt="6"/><dgm:spPr/><dgm:t><a:bodyPr/><a:lstStyle/><a:p><a:endParaRPr lang="en-US"/></a:p></dgm:t></dgm:pt><dgm:pt modelId="{D2A15EDE-C8A3-4968-B313-054A0B6434F8}" type="pres"><dgm:prSet presAssocID="{7098D233-64A3-40FD-89FB-8DD859A1393E}" presName="root2" presStyleCnt="0"/><dgm:spPr/></dgm:pt><dgm:pt modelId="{58B40068-9EBB-4BE7-B107-2DEED99B1665}" type="pres"><dgm:prSet presAssocID="{7098D233-64A3-40FD-89FB-8DD859A1393E}" presName="LevelTwoTextNode" presStyleLbl="node2" presStyleIdx="1" presStyleCnt="6" custScaleX="502325" custScaleY="139764" custLinFactNeighborX="-19679"><dgm:presLayoutVars><dgm:chPref val="3"/></dgm:presLayoutVars></dgm:prSet><dgm:spPr/><dgm:t><a:bodyPr/><a:lstStyle/><a:p><a:endParaRPr lang="en-US"/></a:p></dgm:t></dgm:pt><dgm:pt modelId="{C9DB313A-5337-4561-B68B-2410B757D135}" type="pres"><dgm:prSet presAssocID="{7098D233-64A3-40FD-89FB-8DD859A1393E}" presName="level3hierChild" presStyleCnt="0"/><dgm:spPr/></dgm:pt><dgm:pt modelId="{9CC5352C-D0E4-46D1-BDE3-8A724461D8FE}" type="pres"><dgm:prSet presAssocID="{E5676A73-34C9-4691-A3EB-1F82FFB3BC65}" presName="conn2-1" presStyleLbl="parChTrans1D2" presStyleIdx="2" presStyleCnt="6"/><dgm:spPr/><dgm:t><a:bodyPr/><a:lstStyle/><a:p><a:endParaRPr lang="en-US"/></a:p></dgm:t></dgm:pt><dgm:pt modelId="{633A1104-93CB-424F-98A3-10498119D0BF}" type="pres"><dgm:prSet presAssocID="{E5676A73-34C9-4691-A3EB-1F82FFB3BC65}" presName="connTx" presStyleLbl="parChTrans1D2" presStyleIdx="2" presStyleCnt="6"/><dgm:spPr/><dgm:t><a:bodyPr/><a:lstStyle/><a:p><a:endParaRPr lang="en-US"/></a:p></dgm:t></dgm:pt><dgm:pt modelId="{39A109C5-420B-4C32-B0B1-84A545DA3CE7}" type="pres"><dgm:prSet presAssocID="{9C5AC2FD-89EA-4200-A03F-55D0A9BEFB93}" presName="root2" presStyleCnt="0"/><dgm:spPr/></dgm:pt><dgm:pt modelId="{427D212A-0027-402E-93A6-96008350996F}" type="pres"><dgm:prSet presAssocID="{9C5AC2FD-89EA-4200-A03F-55D0A9BEFB93}" presName="LevelTwoTextNode" presStyleLbl="node2" presStyleIdx="2" presStyleCnt="6" custScaleX="502325" custScaleY="139764" custLinFactNeighborX="-19679"><dgm:presLayoutVars><dgm:chPref val="3"/></dgm:presLayoutVars></dgm:prSet><dgm:spPr/><dgm:t><a:bodyPr/><a:lstStyle/><a:p><a:endParaRPr lang="en-US"/></a:p></dgm:t></dgm:pt><dgm:pt modelId="{E570FC2D-91B1-4DEF-8B73-8DC70D10748F}" type="pres"><dgm:prSet presAssocID="{9C5AC2FD-89EA-4200-A03F-55D0A9BEFB93}" presName="level3hierChild" presStyleCnt="0"/><dgm:spPr/></dgm:pt><dgm:pt modelId="{C3B60CE3-5D60-4599-80C9-D335953E2194}" type="pres"><dgm:prSet presAssocID="{1AD29312-E35C-4125-BEC0-728D8F2C56B7}" presName="conn2-1" presStyleLbl="parChTrans1D2" presStyleIdx="3" presStyleCnt="6"/><dgm:spPr/><dgm:t><a:bodyPr/><a:lstStyle/><a:p><a:endParaRPr lang="en-US"/></a:p></dgm:t></dgm:pt><dgm:pt modelId="{242A5BE0-2CDA-475B-8A1C-286B05E7FCD6}" type="pres"><dgm:prSet presAssocID="{1AD29312-E35C-4125-BEC0-728D8F2C56B7}" presName="connTx" presStyleLbl="parChTrans1D2" presStyleIdx="3" presStyleCnt="6"/><dgm:spPr/><dgm:t><a:bodyPr/><a:lstStyle/><a:p><a:endParaRPr lang="en-US"/></a:p></dgm:t></dgm:pt><dgm:pt modelId="{1E9CC923-F0BE-4DB7-8E4A-DE5CDC6E3678}" type="pres"><dgm:prSet presAssocID="{6EB65C18-EAFE-4FFB-8534-2A065F2EE4CA}" presName="root2" presStyleCnt="0"/><dgm:spPr/></dgm:pt><dgm:pt modelId="{361E0B83-AFEB-479E-9D61-8AE61065A12C}" type="pres"><dgm:prSet presAssocID="{6EB65C18-EAFE-4FFB-8534-2A065F2EE4CA}" presName="LevelTwoTextNode" presStyleLbl="node2" presStyleIdx="3" presStyleCnt="6" custScaleX="503295" custScaleY="139764" custLinFactNeighborX="-19531"><dgm:presLayoutVars><dgm:chPref val="3"/></dgm:presLayoutVars></dgm:prSet><dgm:spPr/><dgm:t><a:bodyPr/><a:lstStyle/><a:p><a:endParaRPr lang="en-US"/></a:p></dgm:t></dgm:pt><dgm:pt modelId="{3AA8FE22-5600-49B8-980B-3BD6B89AAE28}" type="pres"><dgm:prSet presAssocID="{6EB65C18-EAFE-4FFB-8534-2A065F2EE4CA}" presName="level3hierChild" presStyleCnt="0"/><dgm:spPr/></dgm:pt><dgm:pt modelId="{AEA7E371-25F7-43A1-A703-F3DEE8326ACE}" type="pres"><dgm:prSet presAssocID="{FB39B940-0896-4F2C-B7EB-EA5D1FDB63BE}" presName="conn2-1" presStyleLbl="parChTrans1D2" presStyleIdx="4" presStyleCnt="6"/><dgm:spPr/><dgm:t><a:bodyPr/><a:lstStyle/><a:p><a:endParaRPr lang="en-US"/></a:p></dgm:t></dgm:pt><dgm:pt modelId="{AC0B9225-6436-42E3-801A-FF3DEDB58440}" type="pres"><dgm:prSet presAssocID="{FB39B940-0896-4F2C-B7EB-EA5D1FDB63BE}" presName="connTx" presStyleLbl="parChTrans1D2" presStyleIdx="4" presStyleCnt="6"/><dgm:spPr/><dgm:t><a:bodyPr/><a:lstStyle/><a:p><a:endParaRPr lang="en-US"/></a:p></dgm:t></dgm:pt><dgm:pt modelId="{A6F1DD7C-1555-46F7-B728-8DF6742BE9E5}" type="pres"><dgm:prSet presAssocID="{575A7480-EAB5-4B3B-A0C9-4FC33156232E}" presName="root2" presStyleCnt="0"/><dgm:spPr/></dgm:pt><dgm:pt modelId="{66FB70C5-8D2B-4DFB-B309-00C23D052BFF}" type="pres"><dgm:prSet presAssocID="{575A7480-EAB5-4B3B-A0C9-4FC33156232E}" presName="LevelTwoTextNode" presStyleLbl="node2" presStyleIdx="4" presStyleCnt="6" custScaleX="503295" custScaleY="118078" custLinFactNeighborX="-19080"><dgm:presLayoutVars><dgm:chPref val="3"/></dgm:presLayoutVars></dgm:prSet><dgm:spPr/><dgm:t><a:bodyPr/><a:lstStyle/><a:p><a:endParaRPr lang="en-US"/></a:p></dgm:t></dgm:pt><dgm:pt modelId="{BE90C665-F5F5-484E-90D5-2477020A7975}" type="pres"><dgm:prSet presAssocID="{575A7480-EAB5-4B3B-A0C9-4FC33156232E}" presName="level3hierChild" presStyleCnt="0"/><dgm:spPr/></dgm:pt><dgm:pt modelId="{C95CB35F-1D2B-490F-BA04-C5B839C3A524}" type="pres"><dgm:prSet presAssocID="{3C01973F-350D-4EA0-AB7B-2ED00F6F3303}" presName="conn2-1" presStyleLbl="parChTrans1D2" presStyleIdx="5" presStyleCnt="6"/><dgm:spPr/><dgm:t><a:bodyPr/><a:lstStyle/><a:p><a:endParaRPr lang="en-US"/></a:p></dgm:t></dgm:pt><dgm:pt modelId="{81B62359-2112-41F1-BF4A-93C2BFCF4F89}" type="pres"><dgm:prSet presAssocID="{3C01973F-350D-4EA0-AB7B-2ED00F6F3303}" presName="connTx" presStyleLbl="parChTrans1D2" presStyleIdx="5" presStyleCnt="6"/><dgm:spPr/><dgm:t><a:bodyPr/><a:lstStyle/><a:p><a:endParaRPr lang="en-US"/></a:p></dgm:t></dgm:pt><dgm:pt modelId="{F93DBF3B-1A61-48E9-8C4D-B2A77D489C8D}" type="pres"><dgm:prSet presAssocID="{A216AE11-F2F7-4B61-B185-654D606277C3}" presName="root2" presStyleCnt="0"/><dgm:spPr/></dgm:pt><dgm:pt modelId="{965F0C60-5DF1-4E75-8BEB-D5E080CECCD5}" type="pres"><dgm:prSet presAssocID="{A216AE11-F2F7-4B61-B185-654D606277C3}" presName="LevelTwoTextNode" presStyleLbl="node2" presStyleIdx="5" presStyleCnt="6" custScaleX="502325" custScaleY="139764" custLinFactNeighborX="-19679"><dgm:presLayoutVars><dgm:chPref val="3"/></dgm:presLayoutVars></dgm:prSet><dgm:spPr/><dgm:t><a:bodyPr/><a:lstStyle/><a:p><a:endParaRPr lang="en-US"/></a:p></dgm:t></dgm:pt><dgm:pt modelId="{499B6634-8F69-43A6-B810-0AEE8ED7887D}" type="pres"><dgm:prSet presAssocID="{A216AE11-F2F7-4B61-B185-654D606277C3}" presName="level3hierChild" presStyleCnt="0"/><dgm:spPr/></dgm:pt></dgm:ptLst><dgm:cxnLst><dgm:cxn modelId="{540606F2-6FDA-4FBF-8317-2F40371E89BA}" type="presOf" srcId="{A216AE11-F2F7-4B61-B185-654D606277C3}" destId="{965F0C60-5DF1-4E75-8BEB-D5E080CECCD5}" srcOrd="0" destOrd="0" presId="urn:microsoft.com/office/officeart/2008/layout/HorizontalMultiLevelHierarchy"/><dgm:cxn modelId="{10FE83DB-441D-472F-AEEE-FC01664B1A17}" type="presOf" srcId="{4AB01580-73C6-4545-A7EA-04F1BD09903B}" destId="{00E9381C-54A4-459A-B2B7-D4150D79EC55}" srcOrd="1" destOrd="0" presId="urn:microsoft.com/office/officeart/2008/layout/HorizontalMultiLevelHierarchy"/><dgm:cxn modelId="{E86B7F8A-D9C3-48D8-8F1E-CA20156FF2EC}" type="presOf" srcId="{3B743876-8A38-4823-A57E-D71D30A84BD5}" destId="{35391766-D7CA-4954-B1CD-EE484DF5BFE1}" srcOrd="0" destOrd="0" presId="urn:microsoft.com/office/officeart/2008/layout/HorizontalMultiLevelHierarchy"/><dgm:cxn modelId="{690A0CFA-C2B6-473A-888B-52FC142CD5D0}" type="presOf" srcId="{6EB65C18-EAFE-4FFB-8534-2A065F2EE4CA}" destId="{361E0B83-AFEB-479E-9D61-8AE61065A12C}" srcOrd="0" destOrd="0" presId="urn:microsoft.com/office/officeart/2008/layout/HorizontalMultiLevelHierarchy"/><dgm:cxn modelId="{6C8DE31F-43D6-4CB6-AE85-9CB1354FD428}" srcId="{D89E4BC7-1958-4E0C-A344-46AEA5212E5D}" destId="{DFE5D6D7-F12C-4105-A677-DA104F844884}" srcOrd="0" destOrd="0" parTransId="{3B743876-8A38-4823-A57E-D71D30A84BD5}" sibTransId="{8524BC94-8878-4A02-B898-5882E9B0631A}"/><dgm:cxn modelId="{96E8F625-3EFC-425E-B25D-957A5F4258BC}" srcId="{47E00B12-DE0A-4FCD-91DA-B5E516332D61}" destId="{D89E4BC7-1958-4E0C-A344-46AEA5212E5D}" srcOrd="0" destOrd="0" parTransId="{5B3C3C45-2A7F-42B1-A9D0-5407E7875FE9}" sibTransId="{D155839A-FF5A-45EF-B525-2D0AD8EC164A}"/><dgm:cxn modelId="{18FCA880-D5C9-49E6-B353-B01D0DDB7FAF}" type="presOf" srcId="{9C5AC2FD-89EA-4200-A03F-55D0A9BEFB93}" destId="{427D212A-0027-402E-93A6-96008350996F}" srcOrd="0" destOrd="0" presId="urn:microsoft.com/office/officeart/2008/layout/HorizontalMultiLevelHierarchy"/><dgm:cxn modelId="{720C7FB0-D503-4125-AAC7-FC0B93EA40E1}" type="presOf" srcId="{47E00B12-DE0A-4FCD-91DA-B5E516332D61}" destId="{1DD6C265-461E-4893-B822-B50C86A84B66}" srcOrd="0" destOrd="0" presId="urn:microsoft.com/office/officeart/2008/layout/HorizontalMultiLevelHierarchy"/><dgm:cxn modelId="{65829F02-3E62-417E-A3E2-B606DE6C5DCA}" type="presOf" srcId="{7098D233-64A3-40FD-89FB-8DD859A1393E}" destId="{58B40068-9EBB-4BE7-B107-2DEED99B1665}" srcOrd="0" destOrd="0" presId="urn:microsoft.com/office/officeart/2008/layout/HorizontalMultiLevelHierarchy"/><dgm:cxn modelId="{E43D0459-AE80-4E37-A59B-9395368828A3}" type="presOf" srcId="{3B743876-8A38-4823-A57E-D71D30A84BD5}" destId="{0349F1E0-E3EE-4C10-9893-2E518E12F235}" srcOrd="1" destOrd="0" presId="urn:microsoft.com/office/officeart/2008/layout/HorizontalMultiLevelHierarchy"/><dgm:cxn modelId="{FD6FAE0F-E525-41BA-924D-42B01B05F927}" type="presOf" srcId="{D89E4BC7-1958-4E0C-A344-46AEA5212E5D}" destId="{118ABBA8-C9A8-4D04-9A88-2F6057CFFE05}" srcOrd="0" destOrd="0" presId="urn:microsoft.com/office/officeart/2008/layout/HorizontalMultiLevelHierarchy"/><dgm:cxn modelId="{0E58F54A-9293-43E4-AF70-5DEC164EB038}" type="presOf" srcId="{E5676A73-34C9-4691-A3EB-1F82FFB3BC65}" destId="{633A1104-93CB-424F-98A3-10498119D0BF}" srcOrd="1" destOrd="0" presId="urn:microsoft.com/office/officeart/2008/layout/HorizontalMultiLevelHierarchy"/><dgm:cxn modelId="{B4578BC6-5BF4-4432-BAD4-23346A545A50}" type="presOf" srcId="{4AB01580-73C6-4545-A7EA-04F1BD09903B}" destId="{53D7708D-70B5-4B20-AA6E-727608C8305B}" srcOrd="0" destOrd="0" presId="urn:microsoft.com/office/officeart/2008/layout/HorizontalMultiLevelHierarchy"/><dgm:cxn modelId="{372395CB-091B-44A0-9679-54E9A61E0C71}" type="presOf" srcId="{E5676A73-34C9-4691-A3EB-1F82FFB3BC65}" destId="{9CC5352C-D0E4-46D1-BDE3-8A724461D8FE}" srcOrd="0" destOrd="0" presId="urn:microsoft.com/office/officeart/2008/layout/HorizontalMultiLevelHierarchy"/><dgm:cxn modelId="{DE40B774-9144-4BA8-B2E8-635A027CC833}" type="presOf" srcId="{DFE5D6D7-F12C-4105-A677-DA104F844884}" destId="{38AB4AB2-005E-4922-842C-916FEC6EA62C}" srcOrd="0" destOrd="0" presId="urn:microsoft.com/office/officeart/2008/layout/HorizontalMultiLevelHierarchy"/><dgm:cxn modelId="{6C4A9769-8FAF-49BD-8A73-909B72E71917}" type="presOf" srcId="{3C01973F-350D-4EA0-AB7B-2ED00F6F3303}" destId="{C95CB35F-1D2B-490F-BA04-C5B839C3A524}" srcOrd="0" destOrd="0" presId="urn:microsoft.com/office/officeart/2008/layout/HorizontalMultiLevelHierarchy"/><dgm:cxn modelId="{47F92578-4F01-4A9C-B8F9-B2E94CF18E1A}" srcId="{D89E4BC7-1958-4E0C-A344-46AEA5212E5D}" destId="{575A7480-EAB5-4B3B-A0C9-4FC33156232E}" srcOrd="4" destOrd="0" parTransId="{FB39B940-0896-4F2C-B7EB-EA5D1FDB63BE}" sibTransId="{0CB5B533-CA6C-4591-B99E-0000B3C63369}"/><dgm:cxn modelId="{0E4E3902-F39D-4E33-90A0-C4E69E76FEA9}" type="presOf" srcId="{1AD29312-E35C-4125-BEC0-728D8F2C56B7}" destId="{242A5BE0-2CDA-475B-8A1C-286B05E7FCD6}" srcOrd="1" destOrd="0" presId="urn:microsoft.com/office/officeart/2008/layout/HorizontalMultiLevelHierarchy"/><dgm:cxn modelId="{05514632-6395-4357-95CC-078D28273BC7}" type="presOf" srcId="{575A7480-EAB5-4B3B-A0C9-4FC33156232E}" destId="{66FB70C5-8D2B-4DFB-B309-00C23D052BFF}" srcOrd="0" destOrd="0" presId="urn:microsoft.com/office/officeart/2008/layout/HorizontalMultiLevelHierarchy"/><dgm:cxn modelId="{DFFD0C17-05C8-4927-99AC-119C2D61A984}" type="presOf" srcId="{3C01973F-350D-4EA0-AB7B-2ED00F6F3303}" destId="{81B62359-2112-41F1-BF4A-93C2BFCF4F89}" srcOrd="1" destOrd="0" presId="urn:microsoft.com/office/officeart/2008/layout/HorizontalMultiLevelHierarchy"/><dgm:cxn modelId="{543EE2ED-82EC-4FFD-A21E-8D0A6ED78E28}" type="presOf" srcId="{FB39B940-0896-4F2C-B7EB-EA5D1FDB63BE}" destId="{AEA7E371-25F7-43A1-A703-F3DEE8326ACE}" srcOrd="0" destOrd="0" presId="urn:microsoft.com/office/officeart/2008/layout/HorizontalMultiLevelHierarchy"/><dgm:cxn modelId="{D79DA0A0-FA4B-4096-A52B-94108EEA869D}" srcId="{D89E4BC7-1958-4E0C-A344-46AEA5212E5D}" destId="{7098D233-64A3-40FD-89FB-8DD859A1393E}" srcOrd="1" destOrd="0" parTransId="{4AB01580-73C6-4545-A7EA-04F1BD09903B}" sibTransId="{747C4A55-AED0-49D0-BF74-834695DACF27}"/><dgm:cxn modelId="{2517E3D7-ADCD-4223-B955-92B2D66D34BC}" srcId="{D89E4BC7-1958-4E0C-A344-46AEA5212E5D}" destId="{6EB65C18-EAFE-4FFB-8534-2A065F2EE4CA}" srcOrd="3" destOrd="0" parTransId="{1AD29312-E35C-4125-BEC0-728D8F2C56B7}" sibTransId="{9DBE8871-E086-4F2A-BEEE-38D665913CC5}"/><dgm:cxn modelId="{C8E72A84-5617-49EE-B00F-7A1B2F0EEB7A}" srcId="{D89E4BC7-1958-4E0C-A344-46AEA5212E5D}" destId="{9C5AC2FD-89EA-4200-A03F-55D0A9BEFB93}" srcOrd="2" destOrd="0" parTransId="{E5676A73-34C9-4691-A3EB-1F82FFB3BC65}" sibTransId="{1110953A-CE83-44B6-B7C5-9573CBE4CA4F}"/><dgm:cxn modelId="{DE79860C-03CB-4146-A25C-2185F1F9551E}" type="presOf" srcId="{FB39B940-0896-4F2C-B7EB-EA5D1FDB63BE}" destId="{AC0B9225-6436-42E3-801A-FF3DEDB58440}" srcOrd="1" destOrd="0" presId="urn:microsoft.com/office/officeart/2008/layout/HorizontalMultiLevelHierarchy"/><dgm:cxn modelId="{B77A42EF-5268-4FFA-A8F6-B7559AAE95D5}" srcId="{D89E4BC7-1958-4E0C-A344-46AEA5212E5D}" destId="{A216AE11-F2F7-4B61-B185-654D606277C3}" srcOrd="5" destOrd="0" parTransId="{3C01973F-350D-4EA0-AB7B-2ED00F6F3303}" sibTransId="{E9605618-AD3E-4294-81CF-5C40B49639DB}"/><dgm:cxn modelId="{D90061A7-2609-4DE6-BB91-88A3A6577DCF}" type="presOf" srcId="{1AD29312-E35C-4125-BEC0-728D8F2C56B7}" destId="{C3B60CE3-5D60-4599-80C9-D335953E2194}" srcOrd="0" destOrd="0" presId="urn:microsoft.com/office/officeart/2008/layout/HorizontalMultiLevelHierarchy"/><dgm:cxn modelId="{F893D12B-48D5-430B-BA2E-D5F44E5A2B0D}" type="presParOf" srcId="{1DD6C265-461E-4893-B822-B50C86A84B66}" destId="{47FD8252-A15B-4D64-BA17-5B6A37C35FCC}" srcOrd="0" destOrd="0" presId="urn:microsoft.com/office/officeart/2008/layout/HorizontalMultiLevelHierarchy"/><dgm:cxn modelId="{046952B4-170A-41B3-B35C-06C930BBD38D}" type="presParOf" srcId="{47FD8252-A15B-4D64-BA17-5B6A37C35FCC}" destId="{118ABBA8-C9A8-4D04-9A88-2F6057CFFE05}" srcOrd="0" destOrd="0" presId="urn:microsoft.com/office/officeart/2008/layout/HorizontalMultiLevelHierarchy"/><dgm:cxn modelId="{55143DA4-480B-476C-A0D0-B026716F15E9}" type="presParOf" srcId="{47FD8252-A15B-4D64-BA17-5B6A37C35FCC}" destId="{47F4854C-3D72-43F4-8401-3FE580B79A51}" srcOrd="1" destOrd="0" presId="urn:microsoft.com/office/officeart/2008/layout/HorizontalMultiLevelHierarchy"/><dgm:cxn modelId="{8422F51E-3C06-45A4-ADEE-63F02F660CFF}" type="presParOf" srcId="{47F4854C-3D72-43F4-8401-3FE580B79A51}" destId="{35391766-D7CA-4954-B1CD-EE484DF5BFE1}" srcOrd="0" destOrd="0" presId="urn:microsoft.com/office/officeart/2008/layout/HorizontalMultiLevelHierarchy"/><dgm:cxn modelId="{5B261C1D-A5A0-431A-A6D4-0FA48CE1D451}" type="presParOf" srcId="{35391766-D7CA-4954-B1CD-EE484DF5BFE1}" destId="{0349F1E0-E3EE-4C10-9893-2E518E12F235}" srcOrd="0" destOrd="0" presId="urn:microsoft.com/office/officeart/2008/layout/HorizontalMultiLevelHierarchy"/><dgm:cxn modelId="{358C5C51-BD6D-47BF-9740-3B95220489EA}" type="presParOf" srcId="{47F4854C-3D72-43F4-8401-3FE580B79A51}" destId="{28C3CBB2-F74A-4437-AC82-1F979B48EFE5}" srcOrd="1" destOrd="0" presId="urn:microsoft.com/office/officeart/2008/layout/HorizontalMultiLevelHierarchy"/><dgm:cxn modelId="{494E5AAB-ECC3-44F6-B2EF-C45575965E85}" type="presParOf" srcId="{28C3CBB2-F74A-4437-AC82-1F979B48EFE5}" destId="{38AB4AB2-005E-4922-842C-916FEC6EA62C}" srcOrd="0" destOrd="0" presId="urn:microsoft.com/office/officeart/2008/layout/HorizontalMultiLevelHierarchy"/><dgm:cxn modelId="{1000E0E7-0A7D-4A28-B7AB-821597535ABD}" type="presParOf" srcId="{28C3CBB2-F74A-4437-AC82-1F979B48EFE5}" destId="{FD7D036A-D511-4055-B215-3A83BD09EEC6}" srcOrd="1" destOrd="0" presId="urn:microsoft.com/office/officeart/2008/layout/HorizontalMultiLevelHierarchy"/><dgm:cxn modelId="{080F923D-535C-4D46-8CD1-1AB07F17DAEB}" type="presParOf" srcId="{47F4854C-3D72-43F4-8401-3FE580B79A51}" destId="{53D7708D-70B5-4B20-AA6E-727608C8305B}" srcOrd="2" destOrd="0" presId="urn:microsoft.com/office/officeart/2008/layout/HorizontalMultiLevelHierarchy"/><dgm:cxn modelId="{DFF04040-2E15-4ABF-9F6E-2496EA21D346}" type="presParOf" srcId="{53D7708D-70B5-4B20-AA6E-727608C8305B}" destId="{00E9381C-54A4-459A-B2B7-D4150D79EC55}" srcOrd="0" destOrd="0" presId="urn:microsoft.com/office/officeart/2008/layout/HorizontalMultiLevelHierarchy"/><dgm:cxn modelId="{121C41CE-6AD4-4C99-9241-CC4CF6CD977B}" type="presParOf" srcId="{47F4854C-3D72-43F4-8401-3FE580B79A51}" destId="{D2A15EDE-C8A3-4968-B313-054A0B6434F8}" srcOrd="3" destOrd="0" presId="urn:microsoft.com/office/officeart/2008/layout/HorizontalMultiLevelHierarchy"/><dgm:cxn modelId="{33E7CD7C-289D-4C6B-B781-279BB447E96F}" type="presParOf" srcId="{D2A15EDE-C8A3-4968-B313-054A0B6434F8}" destId="{58B40068-9EBB-4BE7-B107-2DEED99B1665}" srcOrd="0" destOrd="0" presId="urn:microsoft.com/office/officeart/2008/layout/HorizontalMultiLevelHierarchy"/><dgm:cxn modelId="{D6F0F881-B3BD-4FD9-9890-45B893D04459}" type="presParOf" srcId="{D2A15EDE-C8A3-4968-B313-054A0B6434F8}" destId="{C9DB313A-5337-4561-B68B-2410B757D135}" srcOrd="1" destOrd="0" presId="urn:microsoft.com/office/officeart/2008/layout/HorizontalMultiLevelHierarchy"/><dgm:cxn modelId="{BCA57247-A68E-4973-8B07-BCEC2C277D8D}" type="presParOf" srcId="{47F4854C-3D72-43F4-8401-3FE580B79A51}" destId="{9CC5352C-D0E4-46D1-BDE3-8A724461D8FE}" srcOrd="4" destOrd="0" presId="urn:microsoft.com/office/officeart/2008/layout/HorizontalMultiLevelHierarchy"/><dgm:cxn modelId="{26A7C9BA-CC64-4FFE-862F-B81EDCDD6C29}" type="presParOf" srcId="{9CC5352C-D0E4-46D1-BDE3-8A724461D8FE}" destId="{633A1104-93CB-424F-98A3-10498119D0BF}" srcOrd="0" destOrd="0" presId="urn:microsoft.com/office/officeart/2008/layout/HorizontalMultiLevelHierarchy"/><dgm:cxn modelId="{4B718469-E3F5-420B-A875-F78A5955450A}" type="presParOf" srcId="{47F4854C-3D72-43F4-8401-3FE580B79A51}" destId="{39A109C5-420B-4C32-B0B1-84A545DA3CE7}" srcOrd="5" destOrd="0" presId="urn:microsoft.com/office/officeart/2008/layout/HorizontalMultiLevelHierarchy"/><dgm:cxn modelId="{AA7D66BA-4939-4289-8C9E-5E8A0F9A251B}" type="presParOf" srcId="{39A109C5-420B-4C32-B0B1-84A545DA3CE7}" destId="{427D212A-0027-402E-93A6-96008350996F}" srcOrd="0" destOrd="0" presId="urn:microsoft.com/office/officeart/2008/layout/HorizontalMultiLevelHierarchy"/><dgm:cxn modelId="{5500D84E-E011-445B-A2D7-0D2CA1C95BEF}" type="presParOf" srcId="{39A109C5-420B-4C32-B0B1-84A545DA3CE7}" destId="{E570FC2D-91B1-4DEF-8B73-8DC70D10748F}" srcOrd="1" destOrd="0" presId="urn:microsoft.com/office/officeart/2008/layout/HorizontalMultiLevelHierarchy"/><dgm:cxn modelId="{8AFEA9C7-DC40-4254-B804-14EF2343BA6D}" type="presParOf" srcId="{47F4854C-3D72-43F4-8401-3FE580B79A51}" destId="{C3B60CE3-5D60-4599-80C9-D335953E2194}" srcOrd="6" destOrd="0" presId="urn:microsoft.com/office/officeart/2008/layout/HorizontalMultiLevelHierarchy"/><dgm:cxn modelId="{DE9C465E-1AA3-466E-85EE-CFB438F8F1A4}" type="presParOf" srcId="{C3B60CE3-5D60-4599-80C9-D335953E2194}" destId="{242A5BE0-2CDA-475B-8A1C-286B05E7FCD6}" srcOrd="0" destOrd="0" presId="urn:microsoft.com/office/officeart/2008/layout/HorizontalMultiLevelHierarchy"/><dgm:cxn modelId="{AFD0628D-8C30-403D-8BC1-E5CD6B687E57}" type="presParOf" srcId="{47F4854C-3D72-43F4-8401-3FE580B79A51}" destId="{1E9CC923-F0BE-4DB7-8E4A-DE5CDC6E3678}" srcOrd="7" destOrd="0" presId="urn:microsoft.com/office/officeart/2008/layout/HorizontalMultiLevelHierarchy"/><dgm:cxn modelId="{482A2B02-F474-4811-B0BD-BB1404D82CCF}" type="presParOf" srcId="{1E9CC923-F0BE-4DB7-8E4A-DE5CDC6E3678}" destId="{361E0B83-AFEB-479E-9D61-8AE61065A12C}" srcOrd="0" destOrd="0" presId="urn:microsoft.com/office/officeart/2008/layout/HorizontalMultiLevelHierarchy"/><dgm:cxn modelId="{C6273C2A-DB2D-4084-B0E3-799FC3911BB8}" type="presParOf" srcId="{1E9CC923-F0BE-4DB7-8E4A-DE5CDC6E3678}" destId="{3AA8FE22-5600-49B8-980B-3BD6B89AAE28}" srcOrd="1" destOrd="0" presId="urn:microsoft.com/office/officeart/2008/layout/HorizontalMultiLevelHierarchy"/><dgm:cxn modelId="{48E30BFB-2787-413C-BB9C-C29388774925}" type="presParOf" srcId="{47F4854C-3D72-43F4-8401-3FE580B79A51}" destId="{AEA7E371-25F7-43A1-A703-F3DEE8326ACE}" srcOrd="8" destOrd="0" presId="urn:microsoft.com/office/officeart/2008/layout/HorizontalMultiLevelHierarchy"/><dgm:cxn modelId="{361CC21D-5F2C-4279-8550-8148A9D4B8F7}" type="presParOf" srcId="{AEA7E371-25F7-43A1-A703-F3DEE8326ACE}" destId="{AC0B9225-6436-42E3-801A-FF3DEDB58440}" srcOrd="0" destOrd="0" presId="urn:microsoft.com/office/officeart/2008/layout/HorizontalMultiLevelHierarchy"/><dgm:cxn modelId="{ECCA73DC-339F-4609-AC2C-E30238F2FB2E}" type="presParOf" srcId="{47F4854C-3D72-43F4-8401-3FE580B79A51}" destId="{A6F1DD7C-1555-46F7-B728-8DF6742BE9E5}" srcOrd="9" destOrd="0" presId="urn:microsoft.com/office/officeart/2008/layout/HorizontalMultiLevelHierarchy"/><dgm:cxn modelId="{16302044-4934-46EB-9E8E-2B205CCF0145}" type="presParOf" srcId="{A6F1DD7C-1555-46F7-B728-8DF6742BE9E5}" destId="{66FB70C5-8D2B-4DFB-B309-00C23D052BFF}" srcOrd="0" destOrd="0" presId="urn:microsoft.com/office/officeart/2008/layout/HorizontalMultiLevelHierarchy"/><dgm:cxn modelId="{412020B5-AEC9-44E1-BE5D-EF62C1E26494}" type="presParOf" srcId="{A6F1DD7C-1555-46F7-B728-8DF6742BE9E5}" destId="{BE90C665-F5F5-484E-90D5-2477020A7975}" srcOrd="1" destOrd="0" presId="urn:microsoft.com/office/officeart/2008/layout/HorizontalMultiLevelHierarchy"/><dgm:cxn modelId="{5186AACC-057C-4235-89ED-D1FF62F6A414}" type="presParOf" srcId="{47F4854C-3D72-43F4-8401-3FE580B79A51}" destId="{C95CB35F-1D2B-490F-BA04-C5B839C3A524}" srcOrd="10" destOrd="0" presId="urn:microsoft.com/office/officeart/2008/layout/HorizontalMultiLevelHierarchy"/><dgm:cxn modelId="{9FB8842F-7F38-468F-9C91-7144F6DA5DC5}" type="presParOf" srcId="{C95CB35F-1D2B-490F-BA04-C5B839C3A524}" destId="{81B62359-2112-41F1-BF4A-93C2BFCF4F89}" srcOrd="0" destOrd="0" presId="urn:microsoft.com/office/officeart/2008/layout/HorizontalMultiLevelHierarchy"/><dgm:cxn modelId="{2D691F36-9B84-404D-A9E6-9D98088B6D41}" type="presParOf" srcId="{47F4854C-3D72-43F4-8401-3FE580B79A51}" destId="{F93DBF3B-1A61-48E9-8C4D-B2A77D489C8D}" srcOrd="11" destOrd="0" presId="urn:microsoft.com/office/officeart/2008/layout/HorizontalMultiLevelHierarchy"/><dgm:cxn modelId="{B9D55726-CF30-4977-97F8-1A5354852D3A}" type="presParOf" srcId="{F93DBF3B-1A61-48E9-8C4D-B2A77D489C8D}" destId="{965F0C60-5DF1-4E75-8BEB-D5E080CECCD5}" srcOrd="0" destOrd="0" presId="urn:microsoft.com/office/officeart/2008/layout/HorizontalMultiLevelHierarchy"/><dgm:cxn modelId="{3840728B-62A3-4B8C-94AC-C5645129810C}" type="presParOf" srcId="{F93DBF3B-1A61-48E9-8C4D-B2A77D489C8D}" destId="{499B6634-8F69-43A6-B810-0AEE8ED7887D}" srcOrd="1" destOrd="0" presId="urn:microsoft.com/office/officeart/2008/layout/HorizontalMultiLevelHierarchy"/></dgm:cxnLst><dgm:bg/><dgm:whole/><dgm:extLst><a:ext uri="http://schemas.microsoft.com/office/drawing/2008/diagram"><dsp:dataModelExt xmlns:dsp="http://schemas.microsoft.com/office/drawing/2008/diagram" relId="rId6" minVer="http://schemas.openxmlformats.org/drawingml/2006/diagram"/></a:ext></dgm:extLst></dgm:dataModel>
</file>

<file path=ppt/diagrams/data2.xml><?xml version="1.0" encoding="UTF-8" standalone="yes"?>
<dgm:dataModel xmlns:dgm="http://schemas.openxmlformats.org/drawingml/2006/diagram" xmlns:a="http://schemas.openxmlformats.org/drawingml/2006/main"><dgm:ptLst><dgm:pt modelId="{24E4103F-E110-4AC2-B4D4-5A5884825498}" type="doc">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<dgm:spPr/><dgm:t><a:bodyPr/><a:lstStyle/><a:p><a:endParaRPr lang="en-US"/></a:p></dgm:t></dgm:pt><dgm:pt modelId="{2EBD1B43-9065-46D9-9D69-8C4E8DB1F344}"><dgm:prSet phldrT="[Text]" custT="1"/><dgm:spPr><a:solidFill><a:schemeClr val="accent5"><a:lumMod val="75000"/></a:schemeClr></a:solidFill></dgm:spPr><dgm:t><a:bodyPr/><a:lstStyle/><a:p><a:r><a:rPr lang="en-US" sz="2500" dirty="0" smtClean="0"><a:latin typeface="Times New Roman" panose="02020603050405020304" pitchFamily="18" charset="0"/><a:cs typeface="Times New Roman" panose="02020603050405020304" pitchFamily="18" charset="0"/></a:rPr><a:t>GIAI ĐOẠN 1: ĐÀO TẠO & BÀN GIAO (T+1) </a:t></a:r><a:endParaRPr lang="en-US" sz="2500" dirty="0"><a:latin typeface="Times New Roman" panose="02020603050405020304" pitchFamily="18" charset="0"/><a:cs typeface="Times New Roman" panose="02020603050405020304" pitchFamily="18" charset="0"/></a:endParaRPr></a:p></dgm:t></dgm:pt><dgm:pt modelId="{84099545-2D2D-4D44-85DF-7E5DADDFFC26}" type="parTrans" cxnId="{51F9A5A4-752A-4B66-94EB-3909F7B643BB}"><dgm:prSet/><dgm:spPr/><dgm:t><a:bodyPr/><a:lstStyle/><a:p><a:endParaRPr lang="en-US"/></a:p></dgm:t></dgm:pt><dgm:pt modelId="{6D3542F0-4B67-43A5-8374-81D0F5A4E95B}" type="sibTrans" cxnId="{51F9A5A4-752A-4B66-94EB-3909F7B643BB}"><dgm:prSet/><dgm:spPr/><dgm:t><a:bodyPr/><a:lstStyle/><a:p><a:endParaRPr lang="en-US"/></a:p></dgm:t></dgm:pt><dgm:pt modelId="{EA75AA82-652B-4D5A-8DBA-E06B8C46FFD1}"><dgm:prSet phldrT="[Text]" custT="1"/><dgm:spPr><a:solidFill><a:schemeClr val="accent5"><a:lumMod val="75000"/></a:schemeClr></a:solidFill></dgm:spPr><dgm:t><a:bodyPr/><a:lstStyle/><a:p><a:r><a:rPr lang="en-US" sz="2500" dirty="0" smtClean="0"><a:latin typeface="Times New Roman" panose="02020603050405020304" pitchFamily="18" charset="0"/><a:cs typeface="Times New Roman" panose="02020603050405020304" pitchFamily="18" charset="0"/></a:rPr><a:t>GIAI ĐOẠN 2: IMPORT DỮ LIỆU LỊCH SỬ (T+1.5) </a:t></a:r><a:r><a:rPr lang="en-US" sz="2500" dirty="0"><a:latin typeface="Times New Roman" panose="02020603050405020304" pitchFamily="18" charset="0"/><a:cs typeface="Times New Roman" panose="02020603050405020304" pitchFamily="18" charset="0"/></a:rPr><a:t>GIAI ĐOẠN 3: GO-LIVE TOÀN HÀNG (T+2) </a:t></a:r><a:r><a:rPr lang="en-US" sz="2500" dirty="0" smtClean="0"><a:latin typeface="Times New Roman" panose="02020603050405020304" pitchFamily="18" charset="0"/><a:cs typeface="Times New Roman" panose="02020603050405020304" pitchFamily="18" charset="0"/></a:rPr><a:t>VẬN HÀNH QUY TRÌNH QUẢN LÝ TẬP TRUNG</a:t></a:r><a:endParaRPr lang="en-US" sz="2500" dirty="0"><a:latin typeface="Times New Roman" panose="02020603050405020304" pitchFamily="18" charset="0"/><a:cs typeface="Times New Roman" panose="02020603050405020304" pitchFamily="18" charset="0"/></a:endParaRPr></a:p></dgm:t></dgm:pt><dgm:pt modelId="{5E8E0E01-80B8-42AD-BE0E-AD68EAC79583}" type="parTrans" cxnId="{735595DE-76C4-42D6-9453-CEEB4EB22215}"><dgm:prSet/><dgm:spPr/><dgm:t><a:bodyPr/><a:lstStyle/><a:p><a:endParaRPr lang="en-US"/></a:p></dgm:t></dgm:pt><dgm:pt modelId="{DB8786A5-ADA7-4A63-BC38-131FF10264BD}" type="sibTrans" cxnId="{735595DE-76C4-42D6-9453-CEEB4EB22215}"><dgm:prSet/><dgm:spPr/><dgm:t><a:bodyPr/><a:lstStyle/><a:p><a:endParaRPr lang="en-US"/></a:p></dgm:t></dgm:pt><dgm:pt modelId="{40BB003A-77DC-4AE4-BD42-CE9234F66D67}" type="pres"><dgm:prSet presAssocID="{24E4103F-E110-4AC2-B4D4-5A5884825498}" presName="linear" presStyleCnt="0"><dgm:presLayoutVars><dgm:dir/><dgm:animLvl val="lvl"/><dgm:resizeHandles val="exact"/></dgm:presLayoutVars></dgm:prSet><dgm:spPr/><dgm:t><a:bodyPr/><a:lstStyle/><a:p><a:endParaRPr lang="en-US"/></a:p></dgm:t></dgm:pt><dgm:pt modelId="{1E09ECAA-FA01-47F8-B8F5-E9A39DF423FD}" type="pres"><dgm:prSet presAssocID="{2EBD1B43-9065-46D9-9D69-8C4E8DB1F344}" presName="parentLin" presStyleCnt="0"/><dgm:spPr/></dgm:pt><dgm:pt modelId="{C5B45CF6-11D1-43FF-A70E-6AF3CB88C6A9}" type="pres"><dgm:prSet presAssocID="{2EBD1B43-9065-46D9-9D69-8C4E8DB1F344}" presName="parentLeftMargin" presStyleLbl="node1" presStyleIdx="0" presStyleCnt="2"/><dgm:spPr/><dgm:t><a:bodyPr/><a:lstStyle/><a:p><a:endParaRPr lang="en-US"/></a:p></dgm:t></dgm:pt><dgm:pt modelId="{252CC0DC-2473-4725-B8B6-88A9D5EDE175}" type="pres"><dgm:prSet presAssocID="{2EBD1B43-9065-46D9-9D69-8C4E8DB1F344}" presName="parentText" presStyleLbl="node1" presStyleIdx="0" presStyleCnt="2" custScaleX="113843" custScaleY="76900" custLinFactNeighborX="16419" custLinFactNeighborY="27093"><dgm:presLayoutVars><dgm:chMax val="0"/><dgm:bulletEnabled val="1"/></dgm:presLayoutVars></dgm:prSet><dgm:spPr/><dgm:t><a:bodyPr/><a:lstStyle/><a:p><a:endParaRPr lang="en-US"/></a:p></dgm:t></dgm:pt><dgm:pt modelId="{BE7D498D-EACF-417C-B9B4-04429ECC9F84}" type="pres"><dgm:prSet presAssocID="{2EBD1B43-9065-46D9-9D69-8C4E8DB1F344}" presName="negativeSpace" presStyleCnt="0"/><dgm:spPr/></dgm:pt><dgm:pt modelId="{B8D9A773-5607-42EB-9284-B9B79FBD0ED8}" type="pres"><dgm:prSet presAssocID="{2EBD1B43-9065-46D9-9D69-8C4E8DB1F344}" presName="childText" presStyleLbl="conFgAcc1" presStyleIdx="0" presStyleCnt="2"><dgm:presLayoutVars><dgm:bulletEnabled val="1"/></dgm:presLayoutVars></dgm:prSet><dgm:spPr/></dgm:pt><dgm:pt modelId="{0DD7AE9D-4FB2-4E34-B805-715BAB0BEA65}" type="pres"><dgm:prSet presAssocID="{6D3542F0-4B67-43A5-8374-81D0F5A4E95B}" presName="spaceBetweenRectangles" presStyleCnt="0"/><dgm:spPr/></dgm:pt><dgm:pt modelId="{A8899BCD-9C5C-4233-88A4-8973ABBC8A5E}" type="pres"><dgm:prSet presAssocID="{EA75AA82-652B-4D5A-8DBA-E06B8C46FFD1}" presName="parentLin" presStyleCnt="0"/><dgm:spPr/></dgm:pt><dgm:pt modelId="{76669AEB-2B30-4988-B134-9F485ABF03E2}" type="pres"><dgm:prSet presAssocID="{EA75AA82-652B-4D5A-8DBA-E06B8C46FFD1}" presName="parentLeftMargin" presStyleLbl="node1" presStyleIdx="0" presStyleCnt="2"/><dgm:spPr/><dgm:t><a:bodyPr/><a:lstStyle/><a:p><a:endParaRPr lang="en-US"/></a:p></dgm:t></dgm:pt><dgm:pt modelId="{4A7734CC-CD5E-4303-AA18-B04672FD43B2}" type="pres"><dgm:prSet presAssocID="{EA75AA82-652B-4D5A-8DBA-E06B8C46FFD1}" presName="parentText" presStyleLbl="node1" presStyleIdx="1" presStyleCnt="2" custScaleX="114543" custScaleY="76401" custLinFactNeighborX="16419" custLinFactNeighborY="27093"><dgm:presLayoutVars><dgm:chMax val="0"/><dgm:bulletEnabled val="1"/></dgm:presLayoutVars></dgm:prSet><dgm:spPr/><dgm:t><a:bodyPr/><a:lstStyle/><a:p><a:endParaRPr lang="en-US"/></a:p></dgm:t></dgm:pt><dgm:pt modelId="{734F29B3-6558-4D9D-A21B-757D627C3730}" type="pres"><dgm:prSet presAssocID="{EA75AA82-652B-4D5A-8DBA-E06B8C46FFD1}" presName="negativeSpace" presStyleCnt="0"/><dgm:spPr/></dgm:pt><dgm:pt modelId="{7AEA5867-16DD-4176-93F0-BD18B2E04BBC}" type="pres"><dgm:prSet presAssocID="{EA75AA82-652B-4D5A-8DBA-E06B8C46FFD1}" presName="childText" presStyleLbl="conFgAcc1" presStyleIdx="1" presStyleCnt="2"><dgm:presLayoutVars><dgm:bulletEnabled val="1"/></dgm:presLayoutVars></dgm:prSet><dgm:spPr/></dgm:pt></dgm:ptLst><dgm:cxnLst><dgm:cxn modelId="{51F9A5A4-752A-4B66-94EB-3909F7B643BB}" srcId="{24E4103F-E110-4AC2-B4D4-5A5884825498}" destId="{2EBD1B43-9065-46D9-9D69-8C4E8DB1F344}" srcOrd="0" destOrd="0" parTransId="{84099545-2D2D-4D44-85DF-7E5DADDFFC26}" sibTransId="{6D3542F0-4B67-43A5-8374-81D0F5A4E95B}"/><dgm:cxn modelId="{7DB2EEAE-B8C3-445E-9CCB-7C9EB3E5BF14}" type="presOf" srcId="{EA75AA82-652B-4D5A-8DBA-E06B8C46FFD1}" destId="{4A7734CC-CD5E-4303-AA18-B04672FD43B2}" srcOrd="1" destOrd="0" presId="urn:microsoft.com/office/officeart/2005/8/layout/list1"/><dgm:cxn modelId="{B54E0B0F-CDB0-4383-AE87-31163822F1EA}" type="presOf" srcId="{EA75AA82-652B-4D5A-8DBA-E06B8C46FFD1}" destId="{76669AEB-2B30-4988-B134-9F485ABF03E2}" srcOrd="0" destOrd="0" presId="urn:microsoft.com/office/officeart/2005/8/layout/list1"/><dgm:cxn modelId="{D6E71853-52A8-42AE-BD0C-76B36F16BE8E}" type="presOf" srcId="{2EBD1B43-9065-46D9-9D69-8C4E8DB1F344}" destId="{C5B45CF6-11D1-43FF-A70E-6AF3CB88C6A9}" srcOrd="0" destOrd="0" presId="urn:microsoft.com/office/officeart/2005/8/layout/list1"/><dgm:cxn modelId="{048C7321-AB0D-4B8B-9F22-32C48F2B6C14}" type="presOf" srcId="{2EBD1B43-9065-46D9-9D69-8C4E8DB1F344}" destId="{252CC0DC-2473-4725-B8B6-88A9D5EDE175}" srcOrd="1" destOrd="0" presId="urn:microsoft.com/office/officeart/2005/8/layout/list1"/><dgm:cxn modelId="{735595DE-76C4-42D6-9453-CEEB4EB22215}" srcId="{24E4103F-E110-4AC2-B4D4-5A5884825498}" destId="{EA75AA82-652B-4D5A-8DBA-E06B8C46FFD1}" srcOrd="1" destOrd="0" parTransId="{5E8E0E01-80B8-42AD-BE0E-AD68EAC79583}" sibTransId="{DB8786A5-ADA7-4A63-BC38-131FF10264BD}"/><dgm:cxn modelId="{19D8E0A2-E435-461A-B821-54842BE33820}" type="presOf" srcId="{24E4103F-E110-4AC2-B4D4-5A5884825498}" destId="{40BB003A-77DC-4AE4-BD42-CE9234F66D67}" srcOrd="0" destOrd="0" presId="urn:microsoft.com/office/officeart/2005/8/layout/list1"/><dgm:cxn modelId="{D4EADB45-3A5D-4E9C-9443-271A78BDA283}" type="presParOf" srcId="{40BB003A-77DC-4AE4-BD42-CE9234F66D67}" destId="{1E09ECAA-FA01-47F8-B8F5-E9A39DF423FD}" srcOrd="0" destOrd="0" presId="urn:microsoft.com/office/officeart/2005/8/layout/list1"/><dgm:cxn modelId="{183892FF-26EA-4652-AEEE-9F0CCC30E1D2}" type="presParOf" srcId="{1E09ECAA-FA01-47F8-B8F5-E9A39DF423FD}" destId="{C5B45CF6-11D1-43FF-A70E-6AF3CB88C6A9}" srcOrd="0" destOrd="0" presId="urn:microsoft.com/office/officeart/2005/8/layout/list1"/><dgm:cxn modelId="{CBE144C6-1E6C-40DD-A54A-6BA5ADE08206}" type="presParOf" srcId="{1E09ECAA-FA01-47F8-B8F5-E9A39DF423FD}" destId="{252CC0DC-2473-4725-B8B6-88A9D5EDE175}" srcOrd="1" destOrd="0" presId="urn:microsoft.com/office/officeart/2005/8/layout/list1"/><dgm:cxn modelId="{93D509DE-464A-4EB8-96FA-7F576B9642EF}" type="presParOf" srcId="{40BB003A-77DC-4AE4-BD42-CE9234F66D67}" destId="{BE7D498D-EACF-417C-B9B4-04429ECC9F84}" srcOrd="1" destOrd="0" presId="urn:microsoft.com/office/officeart/2005/8/layout/list1"/><dgm:cxn modelId="{1832DC65-1BD5-4E4E-BD58-2AD2C9111759}" type="presParOf" srcId="{40BB003A-77DC-4AE4-BD42-CE9234F66D67}" destId="{B8D9A773-5607-42EB-9284-B9B79FBD0ED8}" srcOrd="2" destOrd="0" presId="urn:microsoft.com/office/officeart/2005/8/layout/list1"/><dgm:cxn modelId="{FEC4588B-8A5F-4F91-88FF-AC7BB917D07F}" type="presParOf" srcId="{40BB003A-77DC-4AE4-BD42-CE9234F66D67}" destId="{0DD7AE9D-4FB2-4E34-B805-715BAB0BEA65}" srcOrd="3" destOrd="0" presId="urn:microsoft.com/office/officeart/2005/8/layout/list1"/><dgm:cxn modelId="{22ABE0B7-48FF-486B-9E64-354CF2EB46A7}" type="presParOf" srcId="{40BB003A-77DC-4AE4-BD42-CE9234F66D67}" destId="{A8899BCD-9C5C-4233-88A4-8973ABBC8A5E}" srcOrd="4" destOrd="0" presId="urn:microsoft.com/office/officeart/2005/8/layout/list1"/><dgm:cxn modelId="{FE67BB27-C041-4755-905D-80D12E20757D}" type="presParOf" srcId="{A8899BCD-9C5C-4233-88A4-8973ABBC8A5E}" destId="{76669AEB-2B30-4988-B134-9F485ABF03E2}" srcOrd="0" destOrd="0" presId="urn:microsoft.com/office/officeart/2005/8/layout/list1"/><dgm:cxn modelId="{F040A38F-9A6D-4728-81A1-7CB833C5155E}" type="presParOf" srcId="{A8899BCD-9C5C-4233-88A4-8973ABBC8A5E}" destId="{4A7734CC-CD5E-4303-AA18-B04672FD43B2}" srcOrd="1" destOrd="0" presId="urn:microsoft.com/office/officeart/2005/8/layout/list1"/><dgm:cxn modelId="{707B956B-B0B5-44DA-BE0D-A23E26F7A438}" type="presParOf" srcId="{40BB003A-77DC-4AE4-BD42-CE9234F66D67}" destId="{734F29B3-6558-4D9D-A21B-757D627C3730}" srcOrd="5" destOrd="0" presId="urn:microsoft.com/office/officeart/2005/8/layout/list1"/><dgm:cxn modelId="{215D1AFF-52AE-4E17-A313-0AD5AB56B581}" type="presParOf" srcId="{40BB003A-77DC-4AE4-BD42-CE9234F66D67}" destId="{7AEA5867-16DD-4176-93F0-BD18B2E04BBC}" srcOrd="6" destOrd="0" presId="urn:microsoft.com/office/officeart/2005/8/layout/list1"/></dgm:cxnLst><dgm:bg/><dgm:whole/><dgm:extLst><a:ext uri="http://schemas.microsoft.com/office/drawing/2008/diagram"><dsp:dataModelExt xmlns:dsp="http://schemas.microsoft.com/office/drawing/2008/diagram" relId="rId7" minVer="http://schemas.openxmlformats.org/drawingml/2006/diagram"/></a:ext></dgm:extLst>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E4103F-E110-4AC2-B4D4-5A588482549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FDA5A34-91AA-412E-86C6-FC42DD03CE37}">
      <dgm:prSet phldrT="[Text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sz="25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CÁC DỰ ÁN ĐANG </a:t>
          </a:r>
          <a:r>
            <a:rPr lang="en-US" sz="2500" smtClean="0">
              <a:latin typeface="Times New Roman" panose="02020603050405020304" pitchFamily="18" charset="0"/>
              <a:cs typeface="Times New Roman" panose="02020603050405020304" pitchFamily="18" charset="0"/>
            </a:rPr>
            <a:t>THỰC HIỆN</a:t>
          </a:r>
          <a:endParaRPr lang="en-US" sz="25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BE2EB9-DD26-4994-B3C6-F33CF9816D0C}" type="parTrans" cxnId="{78FD0327-0215-4CDC-82F1-BBCADD18AB23}">
      <dgm:prSet/>
      <dgm:spPr/>
      <dgm:t>
        <a:bodyPr/>
        <a:lstStyle/>
        <a:p>
          <a:endParaRPr lang="en-US"/>
        </a:p>
      </dgm:t>
    </dgm:pt>
    <dgm:pt modelId="{C5BC8A23-E374-4B13-B2D5-0AE3A5CBDE56}" type="sibTrans" cxnId="{78FD0327-0215-4CDC-82F1-BBCADD18AB23}">
      <dgm:prSet/>
      <dgm:spPr/>
      <dgm:t>
        <a:bodyPr/>
        <a:lstStyle/>
        <a:p>
          <a:endParaRPr lang="en-US"/>
        </a:p>
      </dgm:t>
    </dgm:pt>
    <dgm:pt modelId="{40BB003A-77DC-4AE4-BD42-CE9234F66D67}" type="pres">
      <dgm:prSet presAssocID="{24E4103F-E110-4AC2-B4D4-5A588482549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2584393-E32B-4AFF-8F2B-9DDD73A6B446}" type="pres">
      <dgm:prSet presAssocID="{AFDA5A34-91AA-412E-86C6-FC42DD03CE37}" presName="parentLin" presStyleCnt="0"/>
      <dgm:spPr/>
    </dgm:pt>
    <dgm:pt modelId="{5F647621-AD44-4C5A-95D1-9D630236223C}" type="pres">
      <dgm:prSet presAssocID="{AFDA5A34-91AA-412E-86C6-FC42DD03CE37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8D616A4-17ED-4B6D-896C-9BE1D5FDB525}" type="pres">
      <dgm:prSet presAssocID="{AFDA5A34-91AA-412E-86C6-FC42DD03CE37}" presName="parentText" presStyleLbl="node1" presStyleIdx="0" presStyleCnt="1" custScaleX="131911" custScaleY="73164" custLinFactNeighborX="16419" custLinFactNeighborY="2709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8441E8-AA29-4A18-B910-0EB272073AEB}" type="pres">
      <dgm:prSet presAssocID="{AFDA5A34-91AA-412E-86C6-FC42DD03CE37}" presName="negativeSpace" presStyleCnt="0"/>
      <dgm:spPr/>
    </dgm:pt>
    <dgm:pt modelId="{9B08604D-0A90-446D-A7D3-A0E0952250B4}" type="pres">
      <dgm:prSet presAssocID="{AFDA5A34-91AA-412E-86C6-FC42DD03CE37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B8CCCDBF-ADA4-43CA-BA35-63F5A68F73DD}" type="presOf" srcId="{AFDA5A34-91AA-412E-86C6-FC42DD03CE37}" destId="{B8D616A4-17ED-4B6D-896C-9BE1D5FDB525}" srcOrd="1" destOrd="0" presId="urn:microsoft.com/office/officeart/2005/8/layout/list1"/>
    <dgm:cxn modelId="{967F17F2-BB88-4BB4-B69A-C2E487B6D55B}" type="presOf" srcId="{24E4103F-E110-4AC2-B4D4-5A5884825498}" destId="{40BB003A-77DC-4AE4-BD42-CE9234F66D67}" srcOrd="0" destOrd="0" presId="urn:microsoft.com/office/officeart/2005/8/layout/list1"/>
    <dgm:cxn modelId="{79BA2228-C766-4EC2-B701-D12E731C038B}" type="presOf" srcId="{AFDA5A34-91AA-412E-86C6-FC42DD03CE37}" destId="{5F647621-AD44-4C5A-95D1-9D630236223C}" srcOrd="0" destOrd="0" presId="urn:microsoft.com/office/officeart/2005/8/layout/list1"/>
    <dgm:cxn modelId="{78FD0327-0215-4CDC-82F1-BBCADD18AB23}" srcId="{24E4103F-E110-4AC2-B4D4-5A5884825498}" destId="{AFDA5A34-91AA-412E-86C6-FC42DD03CE37}" srcOrd="0" destOrd="0" parTransId="{13BE2EB9-DD26-4994-B3C6-F33CF9816D0C}" sibTransId="{C5BC8A23-E374-4B13-B2D5-0AE3A5CBDE56}"/>
    <dgm:cxn modelId="{49CE5277-7E3D-4736-8B57-2C52BED70215}" type="presParOf" srcId="{40BB003A-77DC-4AE4-BD42-CE9234F66D67}" destId="{22584393-E32B-4AFF-8F2B-9DDD73A6B446}" srcOrd="0" destOrd="0" presId="urn:microsoft.com/office/officeart/2005/8/layout/list1"/>
    <dgm:cxn modelId="{46348D88-4455-46F5-85A1-02FB9254F530}" type="presParOf" srcId="{22584393-E32B-4AFF-8F2B-9DDD73A6B446}" destId="{5F647621-AD44-4C5A-95D1-9D630236223C}" srcOrd="0" destOrd="0" presId="urn:microsoft.com/office/officeart/2005/8/layout/list1"/>
    <dgm:cxn modelId="{B29925B9-646F-46FC-8414-8D7F8314FE64}" type="presParOf" srcId="{22584393-E32B-4AFF-8F2B-9DDD73A6B446}" destId="{B8D616A4-17ED-4B6D-896C-9BE1D5FDB525}" srcOrd="1" destOrd="0" presId="urn:microsoft.com/office/officeart/2005/8/layout/list1"/>
    <dgm:cxn modelId="{51936E3D-8DBB-48FE-BB8A-3AEDEDE5D4A5}" type="presParOf" srcId="{40BB003A-77DC-4AE4-BD42-CE9234F66D67}" destId="{0E8441E8-AA29-4A18-B910-0EB272073AEB}" srcOrd="1" destOrd="0" presId="urn:microsoft.com/office/officeart/2005/8/layout/list1"/>
    <dgm:cxn modelId="{C9658E76-C8AD-470D-AAFB-B1AC0FDCC6BA}" type="presParOf" srcId="{40BB003A-77DC-4AE4-BD42-CE9234F66D67}" destId="{9B08604D-0A90-446D-A7D3-A0E0952250B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B7D3B1C-D72A-4F14-892C-8B67614C6DC4}" type="doc">
      <dgm:prSet loTypeId="urn:microsoft.com/office/officeart/2005/8/layout/vList2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D8EF1ACA-9651-41F5-8D7B-7FA52B8AD40A}">
      <dgm:prSet phldrT="[Text]" custT="1"/>
      <dgm:spPr/>
      <dgm:t>
        <a:bodyPr/>
        <a:lstStyle/>
        <a:p>
          <a:pPr rtl="0"/>
          <a:r>
            <a:rPr lang="en-US" sz="2800" b="1" dirty="0" err="1" smtClean="0"/>
            <a:t>Đối</a:t>
          </a:r>
          <a:r>
            <a:rPr lang="en-US" sz="2800" b="1" dirty="0" smtClean="0"/>
            <a:t> </a:t>
          </a:r>
          <a:r>
            <a:rPr lang="en-US" sz="2800" b="1" dirty="0" err="1" smtClean="0"/>
            <a:t>tác</a:t>
          </a:r>
          <a:r>
            <a:rPr lang="en-US" sz="2800" b="1" dirty="0" smtClean="0"/>
            <a:t> – </a:t>
          </a:r>
          <a:r>
            <a:rPr lang="en-US" sz="2800" b="1" dirty="0" err="1" smtClean="0"/>
            <a:t>Phòng</a:t>
          </a:r>
          <a:r>
            <a:rPr lang="en-US" sz="2800" b="1" dirty="0" smtClean="0"/>
            <a:t> ban </a:t>
          </a:r>
          <a:r>
            <a:rPr lang="en-US" sz="2800" b="1" dirty="0" err="1" smtClean="0"/>
            <a:t>nghiệp</a:t>
          </a:r>
          <a:r>
            <a:rPr lang="en-US" sz="2800" b="1" dirty="0" smtClean="0"/>
            <a:t> </a:t>
          </a:r>
          <a:r>
            <a:rPr lang="en-US" sz="2800" b="1" dirty="0" err="1" smtClean="0"/>
            <a:t>vụ</a:t>
          </a:r>
          <a:endParaRPr lang="en-US" sz="2800" b="1" dirty="0"/>
        </a:p>
      </dgm:t>
    </dgm:pt>
    <dgm:pt modelId="{DEB1BFB5-C549-4C98-8D04-58995D43CF28}" type="parTrans" cxnId="{E6CB90F8-FB01-46F4-BE97-B80265C0614D}">
      <dgm:prSet/>
      <dgm:spPr/>
      <dgm:t>
        <a:bodyPr/>
        <a:lstStyle/>
        <a:p>
          <a:endParaRPr lang="en-US" sz="1600"/>
        </a:p>
      </dgm:t>
    </dgm:pt>
    <dgm:pt modelId="{89CDA306-88E8-4D33-BE34-81D77BE801A6}" type="sibTrans" cxnId="{E6CB90F8-FB01-46F4-BE97-B80265C0614D}">
      <dgm:prSet/>
      <dgm:spPr/>
      <dgm:t>
        <a:bodyPr/>
        <a:lstStyle/>
        <a:p>
          <a:endParaRPr lang="en-US" sz="1600"/>
        </a:p>
      </dgm:t>
    </dgm:pt>
    <dgm:pt modelId="{DB67307D-9E96-4320-8C0A-18310FFFA179}">
      <dgm:prSet phldrT="[Text]" custT="1"/>
      <dgm:spPr/>
      <dgm:t>
        <a:bodyPr/>
        <a:lstStyle/>
        <a:p>
          <a:pPr rtl="0">
            <a:lnSpc>
              <a:spcPct val="130000"/>
            </a:lnSpc>
          </a:pPr>
          <a:r>
            <a:rPr lang="en-US" sz="2200" dirty="0" err="1" smtClean="0"/>
            <a:t>Dữ liệu lịch sử phân tán</a:t>
          </a:r>
          <a:r>
            <a:rPr lang="en-US" sz="2200" dirty="0" smtClean="0"/>
            <a:t>: </a:t>
          </a:r>
          <a:r>
            <a:rPr lang="en-US" sz="2200" dirty="0" err="1" smtClean="0"/>
            <a:t>Hệ</a:t>
          </a:r>
          <a:r>
            <a:rPr lang="en-US" sz="2200" dirty="0" smtClean="0"/>
            <a:t> </a:t>
          </a:r>
          <a:r>
            <a:rPr lang="en-US" sz="2200" dirty="0" err="1" smtClean="0"/>
            <a:t>thống</a:t>
          </a:r>
          <a:r>
            <a:rPr lang="en-US" sz="2200" dirty="0" smtClean="0"/>
            <a:t> </a:t>
          </a:r>
          <a:r>
            <a:rPr lang="en-US" sz="2200" dirty="0" err="1" smtClean="0"/>
            <a:t>corebanking</a:t>
          </a:r>
          <a:r>
            <a:rPr lang="en-US" sz="2200" dirty="0" smtClean="0"/>
            <a:t> </a:t>
          </a:r>
          <a:r>
            <a:rPr lang="en-US" sz="2200" dirty="0" err="1" smtClean="0"/>
            <a:t>phía</a:t>
          </a:r>
          <a:r>
            <a:rPr lang="en-US" sz="2200" dirty="0" smtClean="0"/>
            <a:t> </a:t>
          </a:r>
          <a:r>
            <a:rPr lang="en-US" sz="2200" dirty="0" err="1" smtClean="0"/>
            <a:t>techplus</a:t>
          </a:r>
          <a:r>
            <a:rPr lang="en-US" sz="2200" dirty="0" smtClean="0"/>
            <a:t> </a:t>
          </a:r>
          <a:r>
            <a:rPr lang="en-US" sz="2200" dirty="0" err="1" smtClean="0"/>
            <a:t>chưa</a:t>
          </a:r>
          <a:r>
            <a:rPr lang="en-US" sz="2200" dirty="0" smtClean="0"/>
            <a:t> </a:t>
          </a:r>
          <a:r>
            <a:rPr lang="en-US" sz="2200" dirty="0" err="1" smtClean="0"/>
            <a:t>có</a:t>
          </a:r>
          <a:r>
            <a:rPr lang="en-US" sz="2200" dirty="0" smtClean="0"/>
            <a:t> BA </a:t>
          </a:r>
          <a:r>
            <a:rPr lang="en-US" sz="2200" dirty="0" err="1" smtClean="0"/>
            <a:t>nên</a:t>
          </a:r>
          <a:r>
            <a:rPr lang="en-US" sz="2200" dirty="0" smtClean="0"/>
            <a:t> </a:t>
          </a:r>
          <a:r>
            <a:rPr lang="en-US" sz="2200" dirty="0" err="1" smtClean="0"/>
            <a:t>gây</a:t>
          </a:r>
          <a:r>
            <a:rPr lang="en-US" sz="2200" dirty="0" smtClean="0"/>
            <a:t> </a:t>
          </a:r>
          <a:r>
            <a:rPr lang="en-US" sz="2200" dirty="0" err="1" smtClean="0"/>
            <a:t>khó</a:t>
          </a:r>
          <a:r>
            <a:rPr lang="en-US" sz="2200" dirty="0" smtClean="0"/>
            <a:t> </a:t>
          </a:r>
          <a:r>
            <a:rPr lang="en-US" sz="2200" dirty="0" err="1" smtClean="0"/>
            <a:t>khăn</a:t>
          </a:r>
          <a:r>
            <a:rPr lang="en-US" sz="2200" dirty="0" smtClean="0"/>
            <a:t> </a:t>
          </a:r>
          <a:r>
            <a:rPr lang="en-US" sz="2200" dirty="0" err="1" smtClean="0"/>
            <a:t>cho</a:t>
          </a:r>
          <a:r>
            <a:rPr lang="en-US" sz="2200" dirty="0" smtClean="0"/>
            <a:t> </a:t>
          </a:r>
          <a:r>
            <a:rPr lang="en-US" sz="2200" dirty="0" err="1" smtClean="0"/>
            <a:t>việc</a:t>
          </a:r>
          <a:r>
            <a:rPr lang="en-US" sz="2200" dirty="0" smtClean="0"/>
            <a:t> </a:t>
          </a:r>
          <a:r>
            <a:rPr lang="en-US" sz="2200" dirty="0" err="1" smtClean="0"/>
            <a:t>trao</a:t>
          </a:r>
          <a:r>
            <a:rPr lang="en-US" sz="2200" dirty="0" smtClean="0"/>
            <a:t> </a:t>
          </a:r>
          <a:r>
            <a:rPr lang="en-US" sz="2200" dirty="0" err="1" smtClean="0"/>
            <a:t>đổi</a:t>
          </a:r>
          <a:r>
            <a:rPr lang="en-US" sz="2200" dirty="0" smtClean="0"/>
            <a:t>, </a:t>
          </a:r>
          <a:r>
            <a:rPr lang="en-US" sz="2200" dirty="0" err="1" smtClean="0"/>
            <a:t>bao</a:t>
          </a:r>
          <a:r>
            <a:rPr lang="en-US" sz="2200" dirty="0" smtClean="0"/>
            <a:t> </a:t>
          </a:r>
          <a:r>
            <a:rPr lang="en-US" sz="2200" dirty="0" err="1" smtClean="0"/>
            <a:t>quát</a:t>
          </a:r>
          <a:r>
            <a:rPr lang="en-US" sz="2200" dirty="0" smtClean="0"/>
            <a:t> </a:t>
          </a:r>
          <a:r>
            <a:rPr lang="en-US" sz="2200" dirty="0" err="1" smtClean="0"/>
            <a:t>công</a:t>
          </a:r>
          <a:r>
            <a:rPr lang="en-US" sz="2200" dirty="0" smtClean="0"/>
            <a:t> </a:t>
          </a:r>
          <a:r>
            <a:rPr lang="en-US" sz="2200" dirty="0" err="1" smtClean="0"/>
            <a:t>việc</a:t>
          </a:r>
          <a:endParaRPr lang="en-US" sz="2200" dirty="0"/>
        </a:p>
      </dgm:t>
    </dgm:pt>
    <dgm:pt modelId="{0552C8C5-B654-41D4-99D7-94F2A44393F3}" type="parTrans" cxnId="{82900C64-6A53-4AB6-811E-80844717FE6B}">
      <dgm:prSet/>
      <dgm:spPr/>
      <dgm:t>
        <a:bodyPr/>
        <a:lstStyle/>
        <a:p>
          <a:endParaRPr lang="en-US" sz="1600"/>
        </a:p>
      </dgm:t>
    </dgm:pt>
    <dgm:pt modelId="{A5B9A2CD-6C7B-44E8-B99A-1CDA1DE1C7E8}" type="sibTrans" cxnId="{82900C64-6A53-4AB6-811E-80844717FE6B}">
      <dgm:prSet/>
      <dgm:spPr/>
      <dgm:t>
        <a:bodyPr/>
        <a:lstStyle/>
        <a:p>
          <a:endParaRPr lang="en-US" sz="1600"/>
        </a:p>
      </dgm:t>
    </dgm:pt>
    <dgm:pt modelId="{6ACE2538-9FEA-4CCB-8B9B-A53E8AC46860}">
      <dgm:prSet phldrT="[Text]" custT="1"/>
      <dgm:spPr/>
      <dgm:t>
        <a:bodyPr/>
        <a:lstStyle/>
        <a:p>
          <a:pPr rtl="0">
            <a:lnSpc>
              <a:spcPct val="130000"/>
            </a:lnSpc>
          </a:pPr>
          <a:r>
            <a:rPr lang="en-US" sz="2200" dirty="0" err="1" smtClean="0"/>
            <a:t>Phòng</a:t>
          </a:r>
          <a:r>
            <a:rPr lang="en-US" sz="2200" dirty="0" smtClean="0"/>
            <a:t> ban </a:t>
          </a:r>
          <a:r>
            <a:rPr lang="en-US" sz="2200" dirty="0" err="1" smtClean="0"/>
            <a:t>nghiệp</a:t>
          </a:r>
          <a:r>
            <a:rPr lang="en-US" sz="2200" dirty="0" smtClean="0"/>
            <a:t> </a:t>
          </a:r>
          <a:r>
            <a:rPr lang="en-US" sz="2200" dirty="0" err="1" smtClean="0"/>
            <a:t>vụ</a:t>
          </a:r>
          <a:r>
            <a:rPr lang="en-US" sz="2200" dirty="0" smtClean="0"/>
            <a:t> </a:t>
          </a:r>
          <a:r>
            <a:rPr lang="en-US" sz="2200" dirty="0" err="1" smtClean="0"/>
            <a:t>khác</a:t>
          </a:r>
          <a:r>
            <a:rPr lang="en-US" sz="2200" dirty="0" smtClean="0"/>
            <a:t>: </a:t>
          </a:r>
          <a:r>
            <a:rPr lang="en-US" sz="2200" dirty="0" err="1" smtClean="0"/>
            <a:t>Một</a:t>
          </a:r>
          <a:r>
            <a:rPr lang="en-US" sz="2200" dirty="0" smtClean="0"/>
            <a:t> </a:t>
          </a:r>
          <a:r>
            <a:rPr lang="en-US" sz="2200" dirty="0" err="1" smtClean="0"/>
            <a:t>số</a:t>
          </a:r>
          <a:r>
            <a:rPr lang="en-US" sz="2200" dirty="0" smtClean="0"/>
            <a:t> </a:t>
          </a:r>
          <a:r>
            <a:rPr lang="en-US" sz="2200" dirty="0" err="1" smtClean="0"/>
            <a:t>phòng</a:t>
          </a:r>
          <a:r>
            <a:rPr lang="en-US" sz="2200" dirty="0" smtClean="0"/>
            <a:t> ban </a:t>
          </a:r>
          <a:r>
            <a:rPr lang="en-US" sz="2200" dirty="0" err="1" smtClean="0"/>
            <a:t>đưa</a:t>
          </a:r>
          <a:r>
            <a:rPr lang="en-US" sz="2200" dirty="0" smtClean="0"/>
            <a:t> </a:t>
          </a:r>
          <a:r>
            <a:rPr lang="en-US" sz="2200" dirty="0" err="1" smtClean="0"/>
            <a:t>ra</a:t>
          </a:r>
          <a:r>
            <a:rPr lang="en-US" sz="2200" dirty="0" smtClean="0"/>
            <a:t> </a:t>
          </a:r>
          <a:r>
            <a:rPr lang="en-US" sz="2200" dirty="0" err="1" smtClean="0"/>
            <a:t>những</a:t>
          </a:r>
          <a:r>
            <a:rPr lang="en-US" sz="2200" dirty="0" smtClean="0"/>
            <a:t> </a:t>
          </a:r>
          <a:r>
            <a:rPr lang="en-US" sz="2200" dirty="0" err="1" smtClean="0"/>
            <a:t>yêu</a:t>
          </a:r>
          <a:r>
            <a:rPr lang="en-US" sz="2200" dirty="0" smtClean="0"/>
            <a:t> </a:t>
          </a:r>
          <a:r>
            <a:rPr lang="en-US" sz="2200" dirty="0" err="1" smtClean="0"/>
            <a:t>cầu</a:t>
          </a:r>
          <a:r>
            <a:rPr lang="en-US" sz="2200" dirty="0" smtClean="0"/>
            <a:t> </a:t>
          </a:r>
          <a:r>
            <a:rPr lang="en-US" sz="2200" dirty="0" err="1" smtClean="0"/>
            <a:t>chung</a:t>
          </a:r>
          <a:r>
            <a:rPr lang="en-US" sz="2200" dirty="0" smtClean="0"/>
            <a:t> </a:t>
          </a:r>
          <a:r>
            <a:rPr lang="en-US" sz="2200" dirty="0" err="1" smtClean="0"/>
            <a:t>chung</a:t>
          </a:r>
          <a:r>
            <a:rPr lang="en-US" sz="2200" dirty="0" smtClean="0"/>
            <a:t>, </a:t>
          </a:r>
          <a:r>
            <a:rPr lang="en-US" sz="2200" dirty="0" err="1" smtClean="0"/>
            <a:t>không</a:t>
          </a:r>
          <a:r>
            <a:rPr lang="en-US" sz="2200" dirty="0" smtClean="0"/>
            <a:t> </a:t>
          </a:r>
          <a:r>
            <a:rPr lang="en-US" sz="2200" dirty="0" err="1" smtClean="0"/>
            <a:t>rõ</a:t>
          </a:r>
          <a:r>
            <a:rPr lang="en-US" sz="2200" dirty="0" smtClean="0"/>
            <a:t> </a:t>
          </a:r>
          <a:r>
            <a:rPr lang="en-US" sz="2200" dirty="0" err="1" smtClean="0"/>
            <a:t>ràng</a:t>
          </a:r>
          <a:r>
            <a:rPr lang="en-US" sz="2200" dirty="0" smtClean="0"/>
            <a:t> </a:t>
          </a:r>
          <a:r>
            <a:rPr lang="en-US" sz="2200" dirty="0" err="1" smtClean="0"/>
            <a:t>đến</a:t>
          </a:r>
          <a:r>
            <a:rPr lang="en-US" sz="2200" dirty="0" smtClean="0"/>
            <a:t> </a:t>
          </a:r>
          <a:r>
            <a:rPr lang="en-US" sz="2200" dirty="0" err="1" smtClean="0"/>
            <a:t>khi</a:t>
          </a:r>
          <a:r>
            <a:rPr lang="en-US" sz="2200" dirty="0" smtClean="0"/>
            <a:t> </a:t>
          </a:r>
          <a:r>
            <a:rPr lang="en-US" sz="2200" dirty="0" err="1" smtClean="0"/>
            <a:t>bàn</a:t>
          </a:r>
          <a:r>
            <a:rPr lang="en-US" sz="2200" dirty="0" smtClean="0"/>
            <a:t> </a:t>
          </a:r>
          <a:r>
            <a:rPr lang="en-US" sz="2200" dirty="0" err="1" smtClean="0"/>
            <a:t>giao</a:t>
          </a:r>
          <a:r>
            <a:rPr lang="en-US" sz="2200" dirty="0" smtClean="0"/>
            <a:t> </a:t>
          </a:r>
          <a:r>
            <a:rPr lang="en-US" sz="2200" dirty="0" err="1" smtClean="0"/>
            <a:t>để</a:t>
          </a:r>
          <a:r>
            <a:rPr lang="en-US" sz="2200" dirty="0" smtClean="0"/>
            <a:t> </a:t>
          </a:r>
          <a:r>
            <a:rPr lang="en-US" sz="2200" dirty="0" err="1" smtClean="0"/>
            <a:t>chuẩn</a:t>
          </a:r>
          <a:r>
            <a:rPr lang="en-US" sz="2200" dirty="0" smtClean="0"/>
            <a:t> </a:t>
          </a:r>
          <a:r>
            <a:rPr lang="en-US" sz="2200" dirty="0" err="1" smtClean="0"/>
            <a:t>bị</a:t>
          </a:r>
          <a:r>
            <a:rPr lang="en-US" sz="2200" dirty="0" smtClean="0"/>
            <a:t> </a:t>
          </a:r>
          <a:r>
            <a:rPr lang="en-US" sz="2200" dirty="0" err="1" smtClean="0"/>
            <a:t>nghiệm</a:t>
          </a:r>
          <a:r>
            <a:rPr lang="en-US" sz="2200" dirty="0" smtClean="0"/>
            <a:t> </a:t>
          </a:r>
          <a:r>
            <a:rPr lang="en-US" sz="2200" dirty="0" err="1" smtClean="0"/>
            <a:t>thu</a:t>
          </a:r>
          <a:r>
            <a:rPr lang="en-US" sz="2200" dirty="0" smtClean="0"/>
            <a:t> </a:t>
          </a:r>
          <a:r>
            <a:rPr lang="en-US" sz="2200" dirty="0" err="1" smtClean="0"/>
            <a:t>lại</a:t>
          </a:r>
          <a:r>
            <a:rPr lang="en-US" sz="2200" dirty="0" smtClean="0"/>
            <a:t> </a:t>
          </a:r>
          <a:r>
            <a:rPr lang="en-US" sz="2200" dirty="0" err="1" smtClean="0"/>
            <a:t>đưa</a:t>
          </a:r>
          <a:r>
            <a:rPr lang="en-US" sz="2200" dirty="0" smtClean="0"/>
            <a:t> </a:t>
          </a:r>
          <a:r>
            <a:rPr lang="en-US" sz="2200" dirty="0" err="1" smtClean="0"/>
            <a:t>ra</a:t>
          </a:r>
          <a:r>
            <a:rPr lang="en-US" sz="2200" dirty="0" smtClean="0"/>
            <a:t> </a:t>
          </a:r>
          <a:r>
            <a:rPr lang="en-US" sz="2200" dirty="0" err="1" smtClean="0"/>
            <a:t>các</a:t>
          </a:r>
          <a:r>
            <a:rPr lang="en-US" sz="2200" dirty="0" smtClean="0"/>
            <a:t> </a:t>
          </a:r>
          <a:r>
            <a:rPr lang="en-US" sz="2200" dirty="0" err="1" smtClean="0"/>
            <a:t>yêu</a:t>
          </a:r>
          <a:r>
            <a:rPr lang="en-US" sz="2200" dirty="0" smtClean="0"/>
            <a:t> </a:t>
          </a:r>
          <a:r>
            <a:rPr lang="en-US" sz="2200" dirty="0" err="1" smtClean="0"/>
            <a:t>cầu</a:t>
          </a:r>
          <a:r>
            <a:rPr lang="en-US" sz="2200" dirty="0" smtClean="0"/>
            <a:t> </a:t>
          </a:r>
          <a:r>
            <a:rPr lang="en-US" sz="2200" dirty="0" err="1" smtClean="0"/>
            <a:t>khác</a:t>
          </a:r>
          <a:r>
            <a:rPr lang="en-US" sz="2200" dirty="0" smtClean="0"/>
            <a:t>, </a:t>
          </a:r>
          <a:r>
            <a:rPr lang="en-US" sz="2200" dirty="0" err="1" smtClean="0"/>
            <a:t>dẫn</a:t>
          </a:r>
          <a:r>
            <a:rPr lang="en-US" sz="2200" dirty="0" smtClean="0"/>
            <a:t> </a:t>
          </a:r>
          <a:r>
            <a:rPr lang="en-US" sz="2200" dirty="0" err="1" smtClean="0"/>
            <a:t>đến</a:t>
          </a:r>
          <a:r>
            <a:rPr lang="en-US" sz="2200" dirty="0" smtClean="0"/>
            <a:t> </a:t>
          </a:r>
          <a:r>
            <a:rPr lang="en-US" sz="2200" dirty="0" err="1" smtClean="0"/>
            <a:t>việc</a:t>
          </a:r>
          <a:r>
            <a:rPr lang="en-US" sz="2200" dirty="0" smtClean="0"/>
            <a:t> </a:t>
          </a:r>
          <a:r>
            <a:rPr lang="en-US" sz="2200" dirty="0" err="1" smtClean="0"/>
            <a:t>hệ</a:t>
          </a:r>
          <a:r>
            <a:rPr lang="en-US" sz="2200" dirty="0" smtClean="0"/>
            <a:t> </a:t>
          </a:r>
          <a:r>
            <a:rPr lang="en-US" sz="2200" dirty="0" err="1" smtClean="0"/>
            <a:t>thống</a:t>
          </a:r>
          <a:r>
            <a:rPr lang="en-US" sz="2200" dirty="0" smtClean="0"/>
            <a:t> </a:t>
          </a:r>
          <a:r>
            <a:rPr lang="en-US" sz="2200" dirty="0" err="1" smtClean="0"/>
            <a:t>phải</a:t>
          </a:r>
          <a:r>
            <a:rPr lang="en-US" sz="2200" dirty="0" smtClean="0"/>
            <a:t> </a:t>
          </a:r>
          <a:r>
            <a:rPr lang="en-US" sz="2200" dirty="0" err="1" smtClean="0"/>
            <a:t>thay</a:t>
          </a:r>
          <a:r>
            <a:rPr lang="en-US" sz="2200" dirty="0" smtClean="0"/>
            <a:t> </a:t>
          </a:r>
          <a:r>
            <a:rPr lang="en-US" sz="2200" dirty="0" err="1" smtClean="0"/>
            <a:t>đổi</a:t>
          </a:r>
          <a:r>
            <a:rPr lang="en-US" sz="2200" dirty="0" smtClean="0"/>
            <a:t> </a:t>
          </a:r>
          <a:r>
            <a:rPr lang="en-US" sz="2200" dirty="0" err="1" smtClean="0"/>
            <a:t>rất</a:t>
          </a:r>
          <a:r>
            <a:rPr lang="en-US" sz="2200" dirty="0" smtClean="0"/>
            <a:t> </a:t>
          </a:r>
          <a:r>
            <a:rPr lang="en-US" sz="2200" dirty="0" err="1" smtClean="0"/>
            <a:t>nhiều</a:t>
          </a:r>
          <a:r>
            <a:rPr lang="en-US" sz="2200" dirty="0" smtClean="0"/>
            <a:t> </a:t>
          </a:r>
          <a:r>
            <a:rPr lang="en-US" sz="2200" dirty="0" err="1" smtClean="0"/>
            <a:t>làm</a:t>
          </a:r>
          <a:r>
            <a:rPr lang="en-US" sz="2200" dirty="0" smtClean="0"/>
            <a:t> </a:t>
          </a:r>
          <a:r>
            <a:rPr lang="en-US" sz="2200" dirty="0" err="1" smtClean="0"/>
            <a:t>chậm</a:t>
          </a:r>
          <a:r>
            <a:rPr lang="en-US" sz="2200" dirty="0" smtClean="0"/>
            <a:t> </a:t>
          </a:r>
          <a:r>
            <a:rPr lang="en-US" sz="2200" dirty="0" err="1" smtClean="0"/>
            <a:t>tiến</a:t>
          </a:r>
          <a:r>
            <a:rPr lang="en-US" sz="2200" dirty="0" smtClean="0"/>
            <a:t> </a:t>
          </a:r>
          <a:r>
            <a:rPr lang="en-US" sz="2200" dirty="0" err="1" smtClean="0"/>
            <a:t>độ</a:t>
          </a:r>
          <a:r>
            <a:rPr lang="en-US" sz="2200" dirty="0" smtClean="0"/>
            <a:t> </a:t>
          </a:r>
          <a:r>
            <a:rPr lang="en-US" sz="2200" dirty="0" err="1" smtClean="0"/>
            <a:t>bàn</a:t>
          </a:r>
          <a:r>
            <a:rPr lang="en-US" sz="2200" dirty="0" smtClean="0"/>
            <a:t> </a:t>
          </a:r>
          <a:r>
            <a:rPr lang="en-US" sz="2200" dirty="0" err="1" smtClean="0"/>
            <a:t>giao</a:t>
          </a:r>
          <a:r>
            <a:rPr lang="en-US" sz="2200" dirty="0" smtClean="0"/>
            <a:t>.</a:t>
          </a:r>
          <a:endParaRPr lang="en-US" sz="2200" dirty="0"/>
        </a:p>
      </dgm:t>
    </dgm:pt>
    <dgm:pt modelId="{0845A096-B235-457F-8AC2-A8BE011C2762}" type="parTrans" cxnId="{BE5A6FD7-AEF8-436D-B84A-02B1F67B736C}">
      <dgm:prSet/>
      <dgm:spPr/>
      <dgm:t>
        <a:bodyPr/>
        <a:lstStyle/>
        <a:p>
          <a:endParaRPr lang="en-US"/>
        </a:p>
      </dgm:t>
    </dgm:pt>
    <dgm:pt modelId="{953072CC-E872-4408-9F86-A8C6FC0E0793}" type="sibTrans" cxnId="{BE5A6FD7-AEF8-436D-B84A-02B1F67B736C}">
      <dgm:prSet/>
      <dgm:spPr/>
      <dgm:t>
        <a:bodyPr/>
        <a:lstStyle/>
        <a:p>
          <a:endParaRPr lang="en-US"/>
        </a:p>
      </dgm:t>
    </dgm:pt>
    <dgm:pt modelId="{5ADA1904-CE48-453B-974A-106696044419}">
      <dgm:prSet phldrT="[Text]" custT="1"/>
      <dgm:spPr/>
      <dgm:t>
        <a:bodyPr/>
        <a:lstStyle/>
        <a:p>
          <a:pPr rtl="0">
            <a:lnSpc>
              <a:spcPct val="130000"/>
            </a:lnSpc>
          </a:pPr>
          <a:r>
            <a:rPr lang="en-US" sz="2200" dirty="0" err="1" smtClean="0"/>
            <a:t>Tổng</a:t>
          </a:r>
          <a:r>
            <a:rPr lang="en-US" sz="2200" dirty="0" smtClean="0"/>
            <a:t> </a:t>
          </a:r>
          <a:r>
            <a:rPr lang="en-US" sz="2200" dirty="0" err="1" smtClean="0"/>
            <a:t>cục</a:t>
          </a:r>
          <a:r>
            <a:rPr lang="en-US" sz="2200" dirty="0" smtClean="0"/>
            <a:t> </a:t>
          </a:r>
          <a:r>
            <a:rPr lang="en-US" sz="2200" dirty="0" err="1" smtClean="0"/>
            <a:t>thuế</a:t>
          </a:r>
          <a:r>
            <a:rPr lang="en-US" sz="2200" dirty="0" smtClean="0"/>
            <a:t>: </a:t>
          </a:r>
          <a:r>
            <a:rPr lang="en-US" sz="2200" dirty="0" err="1" smtClean="0"/>
            <a:t>Hỗ</a:t>
          </a:r>
          <a:r>
            <a:rPr lang="en-US" sz="2200" dirty="0" smtClean="0"/>
            <a:t> </a:t>
          </a:r>
          <a:r>
            <a:rPr lang="en-US" sz="2200" dirty="0" err="1" smtClean="0"/>
            <a:t>trợ</a:t>
          </a:r>
          <a:r>
            <a:rPr lang="en-US" sz="2200" dirty="0" smtClean="0"/>
            <a:t> bank </a:t>
          </a:r>
          <a:r>
            <a:rPr lang="en-US" sz="2200" dirty="0" err="1" smtClean="0"/>
            <a:t>trong</a:t>
          </a:r>
          <a:r>
            <a:rPr lang="en-US" sz="2200" dirty="0" smtClean="0"/>
            <a:t> </a:t>
          </a:r>
          <a:r>
            <a:rPr lang="en-US" sz="2200" dirty="0" err="1" smtClean="0"/>
            <a:t>quá</a:t>
          </a:r>
          <a:r>
            <a:rPr lang="en-US" sz="2200" dirty="0" smtClean="0"/>
            <a:t> </a:t>
          </a:r>
          <a:r>
            <a:rPr lang="en-US" sz="2200" dirty="0" err="1" smtClean="0"/>
            <a:t>trình</a:t>
          </a:r>
          <a:r>
            <a:rPr lang="en-US" sz="2200" dirty="0" smtClean="0"/>
            <a:t> </a:t>
          </a:r>
          <a:r>
            <a:rPr lang="en-US" sz="2200" dirty="0" err="1" smtClean="0"/>
            <a:t>nghiệm</a:t>
          </a:r>
          <a:r>
            <a:rPr lang="en-US" sz="2200" dirty="0" smtClean="0"/>
            <a:t> </a:t>
          </a:r>
          <a:r>
            <a:rPr lang="en-US" sz="2200" dirty="0" err="1" smtClean="0"/>
            <a:t>thu</a:t>
          </a:r>
          <a:r>
            <a:rPr lang="en-US" sz="2200" dirty="0" smtClean="0"/>
            <a:t> </a:t>
          </a:r>
          <a:r>
            <a:rPr lang="en-US" sz="2200" dirty="0" err="1" smtClean="0"/>
            <a:t>cũng</a:t>
          </a:r>
          <a:r>
            <a:rPr lang="en-US" sz="2200" dirty="0" smtClean="0"/>
            <a:t> </a:t>
          </a:r>
          <a:r>
            <a:rPr lang="en-US" sz="2200" dirty="0" err="1" smtClean="0"/>
            <a:t>như</a:t>
          </a:r>
          <a:r>
            <a:rPr lang="en-US" sz="2200" dirty="0" smtClean="0"/>
            <a:t> </a:t>
          </a:r>
          <a:r>
            <a:rPr lang="en-US" sz="2200" dirty="0" err="1" smtClean="0"/>
            <a:t>kiểm</a:t>
          </a:r>
          <a:r>
            <a:rPr lang="en-US" sz="2200" dirty="0" smtClean="0"/>
            <a:t> </a:t>
          </a:r>
          <a:r>
            <a:rPr lang="en-US" sz="2200" dirty="0" err="1" smtClean="0"/>
            <a:t>thử</a:t>
          </a:r>
          <a:r>
            <a:rPr lang="en-US" sz="2200" dirty="0" smtClean="0"/>
            <a:t> </a:t>
          </a:r>
          <a:r>
            <a:rPr lang="en-US" sz="2200" dirty="0" err="1" smtClean="0"/>
            <a:t>rất</a:t>
          </a:r>
          <a:r>
            <a:rPr lang="en-US" sz="2200" dirty="0" smtClean="0"/>
            <a:t> </a:t>
          </a:r>
          <a:r>
            <a:rPr lang="en-US" sz="2200" dirty="0" err="1" smtClean="0"/>
            <a:t>chậm</a:t>
          </a:r>
          <a:r>
            <a:rPr lang="en-US" sz="2200" dirty="0" smtClean="0"/>
            <a:t> (</a:t>
          </a:r>
          <a:r>
            <a:rPr lang="en-US" sz="2200" dirty="0" err="1" smtClean="0"/>
            <a:t>Cung</a:t>
          </a:r>
          <a:r>
            <a:rPr lang="en-US" sz="2200" dirty="0" smtClean="0"/>
            <a:t> </a:t>
          </a:r>
          <a:r>
            <a:rPr lang="en-US" sz="2200" dirty="0" err="1" smtClean="0"/>
            <a:t>cấp</a:t>
          </a:r>
          <a:r>
            <a:rPr lang="en-US" sz="2200" dirty="0" smtClean="0"/>
            <a:t> </a:t>
          </a:r>
          <a:r>
            <a:rPr lang="en-US" sz="2200" dirty="0" err="1" smtClean="0"/>
            <a:t>thông</a:t>
          </a:r>
          <a:r>
            <a:rPr lang="en-US" sz="2200" dirty="0" smtClean="0"/>
            <a:t> tin </a:t>
          </a:r>
          <a:r>
            <a:rPr lang="en-US" sz="2200" dirty="0" err="1" smtClean="0"/>
            <a:t>kiểm</a:t>
          </a:r>
          <a:r>
            <a:rPr lang="en-US" sz="2200" dirty="0" smtClean="0"/>
            <a:t> </a:t>
          </a:r>
          <a:r>
            <a:rPr lang="en-US" sz="2200" dirty="0" err="1" smtClean="0"/>
            <a:t>thử</a:t>
          </a:r>
          <a:r>
            <a:rPr lang="en-US" sz="2200" dirty="0" smtClean="0"/>
            <a:t> </a:t>
          </a:r>
          <a:r>
            <a:rPr lang="en-US" sz="2200" dirty="0" err="1" smtClean="0"/>
            <a:t>chậm</a:t>
          </a:r>
          <a:r>
            <a:rPr lang="en-US" sz="2200" dirty="0" smtClean="0"/>
            <a:t>, </a:t>
          </a:r>
          <a:r>
            <a:rPr lang="en-US" sz="2200" dirty="0" err="1" smtClean="0"/>
            <a:t>thông</a:t>
          </a:r>
          <a:r>
            <a:rPr lang="en-US" sz="2200" dirty="0" smtClean="0"/>
            <a:t> tin </a:t>
          </a:r>
          <a:r>
            <a:rPr lang="en-US" sz="2200" dirty="0" err="1" smtClean="0"/>
            <a:t>không</a:t>
          </a:r>
          <a:r>
            <a:rPr lang="en-US" sz="2200" dirty="0" smtClean="0"/>
            <a:t> </a:t>
          </a:r>
          <a:r>
            <a:rPr lang="en-US" sz="2200" dirty="0" err="1" smtClean="0"/>
            <a:t>đầy</a:t>
          </a:r>
          <a:r>
            <a:rPr lang="en-US" sz="2200" dirty="0" smtClean="0"/>
            <a:t> </a:t>
          </a:r>
          <a:r>
            <a:rPr lang="en-US" sz="2200" dirty="0" err="1" smtClean="0"/>
            <a:t>đủ</a:t>
          </a:r>
          <a:r>
            <a:rPr lang="en-US" sz="2200" dirty="0" smtClean="0"/>
            <a:t> </a:t>
          </a:r>
          <a:r>
            <a:rPr lang="en-US" sz="2200" dirty="0" err="1" smtClean="0"/>
            <a:t>nên</a:t>
          </a:r>
          <a:r>
            <a:rPr lang="en-US" sz="2200" dirty="0" smtClean="0"/>
            <a:t> </a:t>
          </a:r>
          <a:r>
            <a:rPr lang="en-US" sz="2200" dirty="0" err="1" smtClean="0"/>
            <a:t>cần</a:t>
          </a:r>
          <a:r>
            <a:rPr lang="en-US" sz="2200" dirty="0" smtClean="0"/>
            <a:t> </a:t>
          </a:r>
          <a:r>
            <a:rPr lang="en-US" sz="2200" dirty="0" err="1" smtClean="0"/>
            <a:t>liên</a:t>
          </a:r>
          <a:r>
            <a:rPr lang="en-US" sz="2200" dirty="0" smtClean="0"/>
            <a:t> </a:t>
          </a:r>
          <a:r>
            <a:rPr lang="en-US" sz="2200" dirty="0" err="1" smtClean="0"/>
            <a:t>hệ</a:t>
          </a:r>
          <a:r>
            <a:rPr lang="en-US" sz="2200" dirty="0" smtClean="0"/>
            <a:t> qua </a:t>
          </a:r>
          <a:r>
            <a:rPr lang="en-US" sz="2200" dirty="0" err="1" smtClean="0"/>
            <a:t>lại</a:t>
          </a:r>
          <a:r>
            <a:rPr lang="en-US" sz="2200" dirty="0" smtClean="0"/>
            <a:t> </a:t>
          </a:r>
          <a:r>
            <a:rPr lang="en-US" sz="2200" dirty="0" err="1" smtClean="0"/>
            <a:t>nhiều</a:t>
          </a:r>
          <a:r>
            <a:rPr lang="en-US" sz="2200" dirty="0" smtClean="0"/>
            <a:t> </a:t>
          </a:r>
          <a:r>
            <a:rPr lang="en-US" sz="2200" dirty="0" err="1" smtClean="0"/>
            <a:t>lần</a:t>
          </a:r>
          <a:r>
            <a:rPr lang="en-US" sz="2200" dirty="0" smtClean="0"/>
            <a:t>.</a:t>
          </a:r>
          <a:endParaRPr lang="en-US" sz="2200" dirty="0"/>
        </a:p>
      </dgm:t>
    </dgm:pt>
    <dgm:pt modelId="{D6A2AFCE-E4AA-4B15-A1C5-97FC13A1BF6C}" type="sibTrans" cxnId="{FBE98623-99A7-403A-8D76-BDAC999EEB0D}">
      <dgm:prSet/>
      <dgm:spPr/>
      <dgm:t>
        <a:bodyPr/>
        <a:lstStyle/>
        <a:p>
          <a:endParaRPr lang="en-US"/>
        </a:p>
      </dgm:t>
    </dgm:pt>
    <dgm:pt modelId="{5088A1F1-A303-49E5-B068-849DA406453F}" type="parTrans" cxnId="{FBE98623-99A7-403A-8D76-BDAC999EEB0D}">
      <dgm:prSet/>
      <dgm:spPr/>
      <dgm:t>
        <a:bodyPr/>
        <a:lstStyle/>
        <a:p>
          <a:endParaRPr lang="en-US"/>
        </a:p>
      </dgm:t>
    </dgm:pt>
    <dgm:pt modelId="{91A4B7D1-6C6E-4F82-A768-20C7F8C615D5}">
      <dgm:prSet phldrT="[Text]" custT="1"/>
      <dgm:spPr/>
      <dgm:t>
        <a:bodyPr/>
        <a:lstStyle/>
        <a:p>
          <a:pPr rtl="0">
            <a:lnSpc>
              <a:spcPct val="130000"/>
            </a:lnSpc>
          </a:pPr>
          <a:r>
            <a:rPr lang="en-US" sz="2800" b="1" dirty="0" err="1" smtClean="0"/>
            <a:t>Khó</a:t>
          </a:r>
          <a:r>
            <a:rPr lang="en-US" sz="2800" b="1" dirty="0" smtClean="0"/>
            <a:t> </a:t>
          </a:r>
          <a:r>
            <a:rPr lang="en-US" sz="2800" b="1" dirty="0" err="1" smtClean="0"/>
            <a:t>khăn</a:t>
          </a:r>
          <a:r>
            <a:rPr lang="en-US" sz="2800" b="1" dirty="0" smtClean="0"/>
            <a:t> </a:t>
          </a:r>
          <a:r>
            <a:rPr lang="en-US" sz="2800" b="1" dirty="0" err="1" smtClean="0"/>
            <a:t>hạ</a:t>
          </a:r>
          <a:r>
            <a:rPr lang="en-US" sz="2800" b="1" dirty="0" smtClean="0"/>
            <a:t> </a:t>
          </a:r>
          <a:r>
            <a:rPr lang="en-US" sz="2800" b="1" dirty="0" err="1" smtClean="0"/>
            <a:t>tầng</a:t>
          </a:r>
          <a:endParaRPr lang="en-US" sz="2800" b="1" dirty="0"/>
        </a:p>
      </dgm:t>
    </dgm:pt>
    <dgm:pt modelId="{AC90E43D-E4A5-48B9-A4FA-6BD267D19D92}" type="parTrans" cxnId="{CEAAB99C-C90D-4F11-8329-DD75BFD3A05D}">
      <dgm:prSet/>
      <dgm:spPr/>
      <dgm:t>
        <a:bodyPr/>
        <a:lstStyle/>
        <a:p>
          <a:endParaRPr lang="en-US"/>
        </a:p>
      </dgm:t>
    </dgm:pt>
    <dgm:pt modelId="{960A3293-13C8-4971-9A84-0010BB76D961}" type="sibTrans" cxnId="{CEAAB99C-C90D-4F11-8329-DD75BFD3A05D}">
      <dgm:prSet/>
      <dgm:spPr/>
      <dgm:t>
        <a:bodyPr/>
        <a:lstStyle/>
        <a:p>
          <a:endParaRPr lang="en-US"/>
        </a:p>
      </dgm:t>
    </dgm:pt>
    <dgm:pt modelId="{EE54F83B-20D4-418E-A50D-343144D2D66B}">
      <dgm:prSet phldrT="[Text]" custT="1"/>
      <dgm:spPr/>
      <dgm:t>
        <a:bodyPr/>
        <a:lstStyle/>
        <a:p>
          <a:pPr rtl="0">
            <a:lnSpc>
              <a:spcPct val="130000"/>
            </a:lnSpc>
          </a:pPr>
          <a:r>
            <a:rPr lang="en-US" sz="2200" dirty="0" err="1" smtClean="0"/>
            <a:t>Hệ</a:t>
          </a:r>
          <a:r>
            <a:rPr lang="en-US" sz="2200" dirty="0" smtClean="0"/>
            <a:t> </a:t>
          </a:r>
          <a:r>
            <a:rPr lang="en-US" sz="2200" dirty="0" err="1" smtClean="0"/>
            <a:t>thống</a:t>
          </a:r>
          <a:r>
            <a:rPr lang="en-US" sz="2200" dirty="0" smtClean="0"/>
            <a:t> Core UAT </a:t>
          </a:r>
          <a:r>
            <a:rPr lang="en-US" sz="2200" dirty="0" err="1" smtClean="0"/>
            <a:t>rất</a:t>
          </a:r>
          <a:r>
            <a:rPr lang="en-US" sz="2200" dirty="0" smtClean="0"/>
            <a:t> </a:t>
          </a:r>
          <a:r>
            <a:rPr lang="en-US" sz="2200" dirty="0" err="1" smtClean="0"/>
            <a:t>chậm</a:t>
          </a:r>
          <a:r>
            <a:rPr lang="en-US" sz="2200" dirty="0" smtClean="0"/>
            <a:t>, </a:t>
          </a:r>
          <a:r>
            <a:rPr lang="en-US" sz="2200" dirty="0" err="1" smtClean="0"/>
            <a:t>gây</a:t>
          </a:r>
          <a:r>
            <a:rPr lang="en-US" sz="2200" dirty="0" smtClean="0"/>
            <a:t> </a:t>
          </a:r>
          <a:r>
            <a:rPr lang="en-US" sz="2200" err="1" smtClean="0"/>
            <a:t>khó</a:t>
          </a:r>
          <a:r>
            <a:rPr lang="en-US" sz="2200" smtClean="0"/>
            <a:t> khăn trong </a:t>
          </a:r>
          <a:r>
            <a:rPr lang="en-US" sz="2200" dirty="0" err="1" smtClean="0"/>
            <a:t>việc</a:t>
          </a:r>
          <a:r>
            <a:rPr lang="en-US" sz="2200" dirty="0" smtClean="0"/>
            <a:t> </a:t>
          </a:r>
          <a:r>
            <a:rPr lang="en-US" sz="2200" dirty="0" err="1" smtClean="0"/>
            <a:t>kiểm</a:t>
          </a:r>
          <a:r>
            <a:rPr lang="en-US" sz="2200" dirty="0" smtClean="0"/>
            <a:t> </a:t>
          </a:r>
          <a:r>
            <a:rPr lang="en-US" sz="2200" dirty="0" err="1" smtClean="0"/>
            <a:t>thử</a:t>
          </a:r>
          <a:r>
            <a:rPr lang="en-US" sz="2200" dirty="0" smtClean="0">
              <a:effectLst/>
              <a:latin typeface="Times New Roman" pitchFamily="18" charset="0"/>
              <a:cs typeface="Times New Roman" pitchFamily="18" charset="0"/>
            </a:rPr>
            <a:t>.</a:t>
          </a:r>
          <a:endParaRPr lang="en-US" sz="2200" dirty="0"/>
        </a:p>
      </dgm:t>
    </dgm:pt>
    <dgm:pt modelId="{718C836F-3D60-46C0-9777-2F8862B43B2F}" type="parTrans" cxnId="{3C1FA5B3-A717-45A4-81C2-799DC34C04A4}">
      <dgm:prSet/>
      <dgm:spPr/>
      <dgm:t>
        <a:bodyPr/>
        <a:lstStyle/>
        <a:p>
          <a:endParaRPr lang="en-US"/>
        </a:p>
      </dgm:t>
    </dgm:pt>
    <dgm:pt modelId="{55070FFA-BA11-4ECA-920B-DB0BE0AA4B13}" type="sibTrans" cxnId="{3C1FA5B3-A717-45A4-81C2-799DC34C04A4}">
      <dgm:prSet/>
      <dgm:spPr/>
      <dgm:t>
        <a:bodyPr/>
        <a:lstStyle/>
        <a:p>
          <a:endParaRPr lang="en-US"/>
        </a:p>
      </dgm:t>
    </dgm:pt>
    <dgm:pt modelId="{2FA4CF34-BCDD-4EBC-BBB5-6073FFFE9756}" type="pres">
      <dgm:prSet presAssocID="{EB7D3B1C-D72A-4F14-892C-8B67614C6DC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A7D52C1-1922-442C-B463-A845B5B5FDD1}" type="pres">
      <dgm:prSet presAssocID="{D8EF1ACA-9651-41F5-8D7B-7FA52B8AD40A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A8A833-A46D-4BDF-A6BC-BF3545293382}" type="pres">
      <dgm:prSet presAssocID="{D8EF1ACA-9651-41F5-8D7B-7FA52B8AD40A}" presName="childText" presStyleLbl="revTx" presStyleIdx="0" presStyleCnt="2" custScaleY="2163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523B66-18F9-428B-83F6-F0A187ED5BD1}" type="pres">
      <dgm:prSet presAssocID="{91A4B7D1-6C6E-4F82-A768-20C7F8C615D5}" presName="parentText" presStyleLbl="node1" presStyleIdx="1" presStyleCnt="2" custLinFactY="-218848" custLinFactNeighborY="-3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C7FC7A-1EA2-4B8D-B3F0-B101FAAFB6AF}" type="pres">
      <dgm:prSet presAssocID="{91A4B7D1-6C6E-4F82-A768-20C7F8C615D5}" presName="childText" presStyleLbl="revTx" presStyleIdx="1" presStyleCnt="2" custLinFactY="-200000" custLinFactNeighborX="-159" custLinFactNeighborY="-2338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BE98623-99A7-403A-8D76-BDAC999EEB0D}" srcId="{D8EF1ACA-9651-41F5-8D7B-7FA52B8AD40A}" destId="{5ADA1904-CE48-453B-974A-106696044419}" srcOrd="1" destOrd="0" parTransId="{5088A1F1-A303-49E5-B068-849DA406453F}" sibTransId="{D6A2AFCE-E4AA-4B15-A1C5-97FC13A1BF6C}"/>
    <dgm:cxn modelId="{CEAAB99C-C90D-4F11-8329-DD75BFD3A05D}" srcId="{EB7D3B1C-D72A-4F14-892C-8B67614C6DC4}" destId="{91A4B7D1-6C6E-4F82-A768-20C7F8C615D5}" srcOrd="1" destOrd="0" parTransId="{AC90E43D-E4A5-48B9-A4FA-6BD267D19D92}" sibTransId="{960A3293-13C8-4971-9A84-0010BB76D961}"/>
    <dgm:cxn modelId="{D2B036AB-D40A-44FF-8C67-498A237AE8F6}" type="presOf" srcId="{5ADA1904-CE48-453B-974A-106696044419}" destId="{B9A8A833-A46D-4BDF-A6BC-BF3545293382}" srcOrd="0" destOrd="1" presId="urn:microsoft.com/office/officeart/2005/8/layout/vList2"/>
    <dgm:cxn modelId="{82900C64-6A53-4AB6-811E-80844717FE6B}" srcId="{D8EF1ACA-9651-41F5-8D7B-7FA52B8AD40A}" destId="{DB67307D-9E96-4320-8C0A-18310FFFA179}" srcOrd="0" destOrd="0" parTransId="{0552C8C5-B654-41D4-99D7-94F2A44393F3}" sibTransId="{A5B9A2CD-6C7B-44E8-B99A-1CDA1DE1C7E8}"/>
    <dgm:cxn modelId="{5AB07483-9168-4136-B22C-827608A68EB5}" type="presOf" srcId="{6ACE2538-9FEA-4CCB-8B9B-A53E8AC46860}" destId="{B9A8A833-A46D-4BDF-A6BC-BF3545293382}" srcOrd="0" destOrd="2" presId="urn:microsoft.com/office/officeart/2005/8/layout/vList2"/>
    <dgm:cxn modelId="{2F75DC3A-A985-4516-A667-3D314FD26F12}" type="presOf" srcId="{DB67307D-9E96-4320-8C0A-18310FFFA179}" destId="{B9A8A833-A46D-4BDF-A6BC-BF3545293382}" srcOrd="0" destOrd="0" presId="urn:microsoft.com/office/officeart/2005/8/layout/vList2"/>
    <dgm:cxn modelId="{E6CB90F8-FB01-46F4-BE97-B80265C0614D}" srcId="{EB7D3B1C-D72A-4F14-892C-8B67614C6DC4}" destId="{D8EF1ACA-9651-41F5-8D7B-7FA52B8AD40A}" srcOrd="0" destOrd="0" parTransId="{DEB1BFB5-C549-4C98-8D04-58995D43CF28}" sibTransId="{89CDA306-88E8-4D33-BE34-81D77BE801A6}"/>
    <dgm:cxn modelId="{9531000B-17C1-4DF4-AEB5-6FA4E5628729}" type="presOf" srcId="{91A4B7D1-6C6E-4F82-A768-20C7F8C615D5}" destId="{F4523B66-18F9-428B-83F6-F0A187ED5BD1}" srcOrd="0" destOrd="0" presId="urn:microsoft.com/office/officeart/2005/8/layout/vList2"/>
    <dgm:cxn modelId="{B3A47672-F302-4434-8CD2-8A9084FF163D}" type="presOf" srcId="{EB7D3B1C-D72A-4F14-892C-8B67614C6DC4}" destId="{2FA4CF34-BCDD-4EBC-BBB5-6073FFFE9756}" srcOrd="0" destOrd="0" presId="urn:microsoft.com/office/officeart/2005/8/layout/vList2"/>
    <dgm:cxn modelId="{639C0515-FA74-4209-8127-185E7AACEDDA}" type="presOf" srcId="{EE54F83B-20D4-418E-A50D-343144D2D66B}" destId="{6BC7FC7A-1EA2-4B8D-B3F0-B101FAAFB6AF}" srcOrd="0" destOrd="0" presId="urn:microsoft.com/office/officeart/2005/8/layout/vList2"/>
    <dgm:cxn modelId="{3C1FA5B3-A717-45A4-81C2-799DC34C04A4}" srcId="{91A4B7D1-6C6E-4F82-A768-20C7F8C615D5}" destId="{EE54F83B-20D4-418E-A50D-343144D2D66B}" srcOrd="0" destOrd="0" parTransId="{718C836F-3D60-46C0-9777-2F8862B43B2F}" sibTransId="{55070FFA-BA11-4ECA-920B-DB0BE0AA4B13}"/>
    <dgm:cxn modelId="{DAFB0A8D-F27C-406C-904F-BE72CE61F552}" type="presOf" srcId="{D8EF1ACA-9651-41F5-8D7B-7FA52B8AD40A}" destId="{1A7D52C1-1922-442C-B463-A845B5B5FDD1}" srcOrd="0" destOrd="0" presId="urn:microsoft.com/office/officeart/2005/8/layout/vList2"/>
    <dgm:cxn modelId="{BE5A6FD7-AEF8-436D-B84A-02B1F67B736C}" srcId="{D8EF1ACA-9651-41F5-8D7B-7FA52B8AD40A}" destId="{6ACE2538-9FEA-4CCB-8B9B-A53E8AC46860}" srcOrd="2" destOrd="0" parTransId="{0845A096-B235-457F-8AC2-A8BE011C2762}" sibTransId="{953072CC-E872-4408-9F86-A8C6FC0E0793}"/>
    <dgm:cxn modelId="{9E26FE03-AFC9-4EA1-90E5-17E14CD1DAFC}" type="presParOf" srcId="{2FA4CF34-BCDD-4EBC-BBB5-6073FFFE9756}" destId="{1A7D52C1-1922-442C-B463-A845B5B5FDD1}" srcOrd="0" destOrd="0" presId="urn:microsoft.com/office/officeart/2005/8/layout/vList2"/>
    <dgm:cxn modelId="{B570F8D6-A4A0-4897-A1D3-29FAA3CCBD66}" type="presParOf" srcId="{2FA4CF34-BCDD-4EBC-BBB5-6073FFFE9756}" destId="{B9A8A833-A46D-4BDF-A6BC-BF3545293382}" srcOrd="1" destOrd="0" presId="urn:microsoft.com/office/officeart/2005/8/layout/vList2"/>
    <dgm:cxn modelId="{B457FCBE-23C0-4EAE-9AE7-0EE931423CC8}" type="presParOf" srcId="{2FA4CF34-BCDD-4EBC-BBB5-6073FFFE9756}" destId="{F4523B66-18F9-428B-83F6-F0A187ED5BD1}" srcOrd="2" destOrd="0" presId="urn:microsoft.com/office/officeart/2005/8/layout/vList2"/>
    <dgm:cxn modelId="{E37576F5-2403-4445-9505-2933A8CAE92B}" type="presParOf" srcId="{2FA4CF34-BCDD-4EBC-BBB5-6073FFFE9756}" destId="{6BC7FC7A-1EA2-4B8D-B3F0-B101FAAFB6A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 standalone="yes"?>
<dsp:drawing xmlns:dgm="http://schemas.openxmlformats.org/drawingml/2006/diagram" xmlns:dsp="http://schemas.microsoft.com/office/drawing/2008/diagram" xmlns:a="http://schemas.openxmlformats.org/drawingml/2006/main"><dsp:spTree><dsp:nvGrpSpPr><dsp:cNvPr id="0" name=""/><dsp:cNvGrpSpPr/></dsp:nvGrpSpPr><dsp:grpSpPr/><dsp:sp modelId="{C95CB35F-1D2B-490F-BA04-C5B839C3A524}"><dsp:nvSpPr><dsp:cNvPr id="0" name=""/><dsp:cNvSpPr/></dsp:nvSpPr><dsp:spPr><a:xfrm><a:off x="900012" y="2473459"/><a:ext cx="843071" cy="2109293"/></a:xfrm><a:custGeom><a:avLst/><a:gdLst/><a:ahLst/><a:cxnLst/><a:rect l="0" t="0" r="0" b="0"/><a:pathLst><a:path><a:moveTo><a:pt x="0" y="0"/></a:moveTo><a:lnTo><a:pt x="421535" y="0"/></a:lnTo><a:lnTo><a:pt x="421535" y="2109293"/></a:lnTo><a:lnTo><a:pt x="843071" y="2109293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800100"><a:lnSpc><a:spcPct val="90000"/></a:lnSpc><a:spcBef><a:spcPct val="0"/></a:spcBef><a:spcAft><a:spcPct val="35000"/></a:spcAft></a:pPr><a:endParaRPr lang="en-US" sz="1800" kern="1200"><a:latin typeface="Times New Roman" pitchFamily="18" charset="0"/><a:cs typeface="Times New Roman" pitchFamily="18" charset="0"/></a:endParaRPr></a:p></dsp:txBody><dsp:txXfrm><a:off x="1264760" y="3471317"/><a:ext cx="113576" cy="113576"/></dsp:txXfrm></dsp:sp><dsp:sp modelId="{AEA7E371-25F7-43A1-A703-F3DEE8326ACE}"><dsp:nvSpPr><dsp:cNvPr id="0" name=""/><dsp:cNvSpPr/></dsp:nvSpPr><dsp:spPr><a:xfrm><a:off x="900012" y="2473459"/><a:ext cx="853389" cy="1300958"/></a:xfrm><a:custGeom><a:avLst/><a:gdLst/><a:ahLst/><a:cxnLst/><a:rect l="0" t="0" r="0" b="0"/><a:pathLst><a:path><a:moveTo><a:pt x="0" y="0"/></a:moveTo><a:lnTo><a:pt x="426694" y="0"/></a:lnTo><a:lnTo><a:pt x="426694" y="1300958"/></a:lnTo><a:lnTo><a:pt x="853389" y="1300958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222250"><a:lnSpc><a:spcPct val="90000"/></a:lnSpc><a:spcBef><a:spcPct val="0"/></a:spcBef><a:spcAft><a:spcPct val="35000"/></a:spcAft></a:pPr><a:endParaRPr lang="en-US" sz="500" kern="1200"/></a:p></dsp:txBody><dsp:txXfrm><a:off x="1287810" y="3085041"/><a:ext cx="77794" cy="77794"/></dsp:txXfrm></dsp:sp><dsp:sp modelId="{C3B60CE3-5D60-4599-80C9-D335953E2194}"><dsp:nvSpPr><dsp:cNvPr id="0" name=""/><dsp:cNvSpPr/></dsp:nvSpPr><dsp:spPr><a:xfrm><a:off x="900012" y="2473459"/><a:ext cx="845620" cy="492623"/></a:xfrm><a:custGeom><a:avLst/><a:gdLst/><a:ahLst/><a:cxnLst/><a:rect l="0" t="0" r="0" b="0"/><a:pathLst><a:path><a:moveTo><a:pt x="0" y="0"/></a:moveTo><a:lnTo><a:pt x="422810" y="0"/></a:lnTo><a:lnTo><a:pt x="422810" y="492623"/></a:lnTo><a:lnTo><a:pt x="845620" y="492623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222250"><a:lnSpc><a:spcPct val="90000"/></a:lnSpc><a:spcBef><a:spcPct val="0"/></a:spcBef><a:spcAft><a:spcPct val="35000"/></a:spcAft></a:pPr><a:endParaRPr lang="en-US" sz="500" kern="1200"/></a:p></dsp:txBody><dsp:txXfrm><a:off x="1298356" y="2695304"/><a:ext cx="48932" cy="48932"/></dsp:txXfrm></dsp:sp><dsp:sp modelId="{9CC5352C-D0E4-46D1-BDE3-8A724461D8FE}"><dsp:nvSpPr><dsp:cNvPr id="0" name=""/><dsp:cNvSpPr/></dsp:nvSpPr><dsp:spPr><a:xfrm><a:off x="900012" y="2100804"/><a:ext cx="843071" cy="372655"/></a:xfrm><a:custGeom><a:avLst/><a:gdLst/><a:ahLst/><a:cxnLst/><a:rect l="0" t="0" r="0" b="0"/><a:pathLst><a:path><a:moveTo><a:pt x="0" y="372655"/></a:moveTo><a:lnTo><a:pt x="421535" y="372655"/></a:lnTo><a:lnTo><a:pt x="421535" y="0"/></a:lnTo><a:lnTo><a:pt x="843071" y="0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800100"><a:lnSpc><a:spcPct val="90000"/></a:lnSpc><a:spcBef><a:spcPct val="0"/></a:spcBef><a:spcAft><a:spcPct val="35000"/></a:spcAft></a:pPr><a:endParaRPr lang="en-US" sz="1800" kern="1200"><a:latin typeface="Times New Roman" pitchFamily="18" charset="0"/><a:cs typeface="Times New Roman" pitchFamily="18" charset="0"/></a:endParaRPr></a:p></dsp:txBody><dsp:txXfrm><a:off x="1298504" y="2264087"/><a:ext cx="46087" cy="46087"/></dsp:txXfrm></dsp:sp><dsp:sp modelId="{53D7708D-70B5-4B20-AA6E-727608C8305B}"><dsp:nvSpPr><dsp:cNvPr id="0" name=""/><dsp:cNvSpPr/></dsp:nvSpPr><dsp:spPr><a:xfrm><a:off x="900012" y="1235525"/><a:ext cx="843071" cy="1237934"/></a:xfrm><a:custGeom><a:avLst/><a:gdLst/><a:ahLst/><a:cxnLst/><a:rect l="0" t="0" r="0" b="0"/><a:pathLst><a:path><a:moveTo><a:pt x="0" y="1237934"/></a:moveTo><a:lnTo><a:pt x="421535" y="1237934"/></a:lnTo><a:lnTo><a:pt x="421535" y="0"/></a:lnTo><a:lnTo><a:pt x="843071" y="0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800100"><a:lnSpc><a:spcPct val="90000"/></a:lnSpc><a:spcBef><a:spcPct val="0"/></a:spcBef><a:spcAft><a:spcPct val="35000"/></a:spcAft></a:pPr><a:endParaRPr lang="en-US" sz="1800" kern="1200"><a:latin typeface="Times New Roman" pitchFamily="18" charset="0"/><a:cs typeface="Times New Roman" pitchFamily="18" charset="0"/></a:endParaRPr></a:p></dsp:txBody><dsp:txXfrm><a:off x="1284104" y="1817048"/><a:ext cx="74887" cy="74887"/></dsp:txXfrm></dsp:sp><dsp:sp modelId="{35391766-D7CA-4954-B1CD-EE484DF5BFE1}"><dsp:nvSpPr><dsp:cNvPr id="0" name=""/><dsp:cNvSpPr/></dsp:nvSpPr><dsp:spPr><a:xfrm><a:off x="900012" y="370246"/><a:ext cx="843071" cy="2103212"/></a:xfrm><a:custGeom><a:avLst/><a:gdLst/><a:ahLst/><a:cxnLst/><a:rect l="0" t="0" r="0" b="0"/><a:pathLst><a:path><a:moveTo><a:pt x="0" y="2103212"/></a:moveTo><a:lnTo><a:pt x="421535" y="2103212"/></a:lnTo><a:lnTo><a:pt x="421535" y="0"/></a:lnTo><a:lnTo><a:pt x="843071" y="0"/></a:lnTo></a:path></a:pathLst></a:custGeom><a:noFill/><a:ln w="12700" cap="flat" cmpd="sng" algn="ctr"><a:solidFill><a:schemeClr val="accent1"><a:tint val="90000"/><a:hueOff val="0"/><a:satOff val="0"/><a:lumOff val="0"/><a:alphaOff val="0"/></a:schemeClr></a:solidFill><a:prstDash val="solid"/><a:miter lim="800000"/></a:ln><a:effectLst/></dsp:spPr><dsp:style><a:lnRef idx="2"><a:scrgbClr r="0" g="0" b="0"/></a:lnRef><a:fillRef idx="0"><a:scrgbClr r="0" g="0" b="0"/></a:fillRef><a:effectRef idx="0"><a:scrgbClr r="0" g="0" b="0"/></a:effectRef><a:fontRef idx="minor"/></dsp:style><dsp:txBody><a:bodyPr spcFirstLastPara="0" vert="horz" wrap="square" lIns="12700" tIns="0" rIns="12700" bIns="0" numCol="1" spcCol="1270" anchor="ctr" anchorCtr="0"><a:noAutofit/></a:bodyPr><a:lstStyle/><a:p><a:pPr lvl="0" algn="l" defTabSz="800100"><a:lnSpc><a:spcPct val="90000"/></a:lnSpc><a:spcBef><a:spcPct val="0"/></a:spcBef><a:spcAft><a:spcPct val="35000"/></a:spcAft></a:pPr><a:endParaRPr lang="en-US" sz="1800" kern="1200"><a:latin typeface="Times New Roman" pitchFamily="18" charset="0"/><a:cs typeface="Times New Roman" pitchFamily="18" charset="0"/></a:endParaRPr></a:p></dsp:txBody><dsp:txXfrm><a:off x="1264901" y="1365205"/><a:ext cx="113294" cy="113294"/></dsp:txXfrm></dsp:sp><dsp:sp modelId="{118ABBA8-C9A8-4D04-9A88-2F6057CFFE05}"><dsp:nvSpPr><dsp:cNvPr id="0" name=""/><dsp:cNvSpPr/></dsp:nvSpPr><dsp:spPr><a:xfrm rot="16200000"><a:off x="-1810900" y="2023453"/><a:ext cx="4521814" cy="900012"/></a:xfrm><a:prstGeom prst="rect"><a:avLst/></a:prstGeom><a:solidFill><a:schemeClr val="accent1"><a:shade val="6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7780" tIns="17780" rIns="17780" bIns="17780" numCol="1" spcCol="1270" anchor="ctr" anchorCtr="0"><a:noAutofit/></a:bodyPr><a:lstStyle/><a:p><a:pPr marL="0" lvl="0" indent="0" algn="ctr" defTabSz="1244600"><a:lnSpc><a:spcPct val="90000"/></a:lnSpc><a:spcBef><a:spcPct val="0"/></a:spcBef><a:spcAft><a:spcPct val="35000"/></a:spcAft></a:pPr><a:r><a:rPr lang="en-US" sz="2800" b="1" kern="1200" dirty="0"><a:latin typeface="Times New Roman" pitchFamily="18" charset="0"/><a:cs typeface="Times New Roman" pitchFamily="18" charset="0"/></a:rPr><a:t>CÔNG VIỆC CHÍNH</a:t></a:r></a:p></dsp:txBody><dsp:txXfrm><a:off x="-1810900" y="2023453"/><a:ext cx="4521814" cy="900012"/></dsp:txXfrm></dsp:sp><dsp:sp modelId="{38AB4AB2-005E-4922-842C-916FEC6EA62C}"><dsp:nvSpPr><dsp:cNvPr id="0" name=""/><dsp:cNvSpPr/></dsp:nvSpPr><dsp:spPr><a:xfrm><a:off x="1743084" y="3252"/><a:ext cx="8652713" cy="733988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altLang="ko-KR" sz="2400" b="1" kern="1200" dirty="0"><a:latin typeface="Times New Roman" pitchFamily="18" charset="0"/><a:cs typeface="Times New Roman" pitchFamily="18" charset="0"/></a:rPr><a:t>QUẢN LÝ KẾ HOẠCH VỐN & DỰ ÁN</a:t></a:r><a:endParaRPr lang="en-US" sz="2400" kern="1200" dirty="0"><a:latin typeface="Times New Roman" pitchFamily="18" charset="0"/><a:cs typeface="Times New Roman" pitchFamily="18" charset="0"/></a:endParaRPr></a:p></dsp:txBody><dsp:txXfrm><a:off x="1743084" y="3252"/><a:ext cx="8652713" cy="733988"/></dsp:txXfrm></dsp:sp><dsp:sp modelId="{58B40068-9EBB-4BE7-B107-2DEED99B1665}"><dsp:nvSpPr><dsp:cNvPr id="0" name=""/><dsp:cNvSpPr/></dsp:nvSpPr><dsp:spPr><a:xfrm><a:off x="1743084" y="868531"/><a:ext cx="8652713" cy="733988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sz="2400" b="1" kern="1200" dirty="0"><a:latin typeface="Times New Roman" pitchFamily="18" charset="0"/><a:cs typeface="Times New Roman" pitchFamily="18" charset="0"/></a:rPr><a:t>QUẢN LÝ GÓI THẦU & HỢP ĐỒNG</a:t></a:r></a:p></dsp:txBody><dsp:txXfrm><a:off x="1743084" y="868531"/><a:ext cx="8652713" cy="733988"/></dsp:txXfrm></dsp:sp><dsp:sp modelId="{427D212A-0027-402E-93A6-96008350996F}"><dsp:nvSpPr><dsp:cNvPr id="0" name=""/><dsp:cNvSpPr/></dsp:nvSpPr><dsp:spPr><a:xfrm><a:off x="1743084" y="1733809"/><a:ext cx="8652713" cy="733988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sz="2400" b="1" kern="1200" dirty="0"><a:latin typeface="Times New Roman" pitchFamily="18" charset="0"/><a:cs typeface="Times New Roman" pitchFamily="18" charset="0"/></a:rPr><a:t>GIẢI NGÂN & TIẾN ĐỘ THANH TOÁN</a:t></a:r></a:p></dsp:txBody><dsp:txXfrm><a:off x="1743084" y="1733809"/><a:ext cx="8652713" cy="733988"/></dsp:txXfrm></dsp:sp><dsp:sp modelId="{361E0B83-AFEB-479E-9D61-8AE61065A12C}"><dsp:nvSpPr><dsp:cNvPr id="0" name=""/><dsp:cNvSpPr/></dsp:nvSpPr><dsp:spPr><a:xfrm><a:off x="1745633" y="2599088"/><a:ext cx="8669421" cy="733988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sz="2400" b="1" kern="1200" dirty="0"><a:latin typeface="Times New Roman" pitchFamily="18" charset="0"/><a:cs typeface="Times New Roman" pitchFamily="18" charset="0"/></a:rPr><a:t>CẢNH BÁO NHẮC HẠN (REAL-TIME)</a:t></a:r></a:p></dsp:txBody><dsp:txXfrm><a:off x="1745633" y="2599088"/><a:ext cx="8669421" cy="733988"/></dsp:txXfrm></dsp:sp><dsp:sp modelId="{66FB70C5-8D2B-4DFB-B309-00C23D052BFF}"><dsp:nvSpPr><dsp:cNvPr id="0" name=""/><dsp:cNvSpPr/></dsp:nvSpPr><dsp:spPr><a:xfrm><a:off x="1753402" y="3464367"/><a:ext cx="8669421" cy="620101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sz="2400" b="1" kern="1200" dirty="0" smtClean="0"><a:latin typeface="Times New Roman" pitchFamily="18" charset="0"/><a:cs typeface="Times New Roman" pitchFamily="18" charset="0"/></a:rPr><a:t>TRUNG TÂM BÁO CÁO & ĐIỀU HÀNH</a:t></a:r><a:endParaRPr lang="en-US" sz="2400" b="1" kern="1200" dirty="0"><a:latin typeface="Times New Roman" pitchFamily="18" charset="0"/><a:cs typeface="Times New Roman" pitchFamily="18" charset="0"/></a:endParaRPr></a:p></dsp:txBody><dsp:txXfrm><a:off x="1753402" y="3464367"/><a:ext cx="8669421" cy="620101"/></dsp:txXfrm></dsp:sp><dsp:sp modelId="{965F0C60-5DF1-4E75-8BEB-D5E080CECCD5}"><dsp:nvSpPr><dsp:cNvPr id="0" name=""/><dsp:cNvSpPr/></dsp:nvSpPr><dsp:spPr><a:xfrm><a:off x="1743084" y="4215759"/><a:ext cx="8652713" cy="733988"/></a:xfrm><a:prstGeom prst="rect"><a:avLst/></a:prstGeom><a:solidFill><a:schemeClr val="accent1"><a:shade val="80000"/><a:hueOff val="0"/><a:satOff val="0"/><a:lumOff val="0"/><a:alphaOff val="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15240" tIns="15240" rIns="15240" bIns="15240" numCol="1" spcCol="1270" anchor="ctr" anchorCtr="0"><a:noAutofit/></a:bodyPr><a:lstStyle/><a:p><a:pPr marL="0" lvl="0" indent="457200" algn="l" defTabSz="1066800"><a:lnSpc><a:spcPct val="90000"/></a:lnSpc><a:spcBef><a:spcPct val="0"/></a:spcBef><a:spcAft><a:spcPct val="35000"/></a:spcAft></a:pPr><a:r><a:rPr lang="en-US" sz="2400" b="1" kern="1200" dirty="0"><a:latin typeface="Times New Roman" pitchFamily="18" charset="0"/><a:cs typeface="Times New Roman" pitchFamily="18" charset="0"/></a:rPr><a:t>QUẢN TRỊ NGƯỜI DÙNG & AN TOÀN TT</a:t></a:r><a:endParaRPr lang="en-US" sz="2400" kern="1200" dirty="0"><a:latin typeface="Times New Roman" pitchFamily="18" charset="0"/><a:cs typeface="Times New Roman" pitchFamily="18" charset="0"/></a:endParaRPr></a:p></dsp:txBody><dsp:txXfrm><a:off x="1743084" y="4215759"/><a:ext cx="8652713" cy="733988"/></dsp:txXfrm></dsp:sp></dsp:spTree></dsp:drawing>
</file>

<file path=ppt/diagrams/drawing2.xml><?xml version="1.0" encoding="UTF-8" standalone="yes"?>
<dsp:drawing xmlns:dgm="http://schemas.openxmlformats.org/drawingml/2006/diagram" xmlns:dsp="http://schemas.microsoft.com/office/drawing/2008/diagram" xmlns:a="http://schemas.openxmlformats.org/drawingml/2006/main"><dsp:spTree><dsp:nvGrpSpPr><dsp:cNvPr id="0" name=""/><dsp:cNvGrpSpPr/></dsp:nvGrpSpPr><dsp:grpSpPr/><dsp:sp modelId="{B8D9A773-5607-42EB-9284-B9B79FBD0ED8}"><dsp:nvSpPr><dsp:cNvPr id="0" name=""/><dsp:cNvSpPr/></dsp:nvSpPr><dsp:spPr><a:xfrm><a:off x="0" y="483998"/><a:ext cx="10697881" cy="1436400"/></a:xfrm><a:prstGeom prst="rect"><a:avLst/></a:prstGeom><a:solidFill><a:schemeClr val="lt1"><a:alpha val="90000"/><a:hueOff val="0"/><a:satOff val="0"/><a:lumOff val="0"/><a:alphaOff val="0"/></a:schemeClr></a:solidFill><a:ln w="12700" cap="flat" cmpd="sng" algn="ctr"><a:solidFill><a:schemeClr val="accen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/></dsp:style></dsp:sp><dsp:sp modelId="{252CC0DC-2473-4725-B8B6-88A9D5EDE175}"><dsp:nvSpPr><dsp:cNvPr id="0" name=""/><dsp:cNvSpPr/></dsp:nvSpPr><dsp:spPr><a:xfrm><a:off x="622718" y="487245"/><a:ext cx="8525152" cy="1293950"/></a:xfrm><a:prstGeom prst="roundRect"><a:avLst/></a:prstGeom><a:solidFill><a:schemeClr val="accent5"><a:lumMod val="7500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283048" tIns="0" rIns="283048" bIns="0" numCol="1" spcCol="1270" anchor="ctr" anchorCtr="0"><a:noAutofit/></a:bodyPr><a:lstStyle/><a:p><a:pPr lvl="0" algn="l" defTabSz="1111250"><a:lnSpc><a:spcPct val="90000"/></a:lnSpc><a:spcBef><a:spcPct val="0"/></a:spcBef><a:spcAft><a:spcPct val="35000"/></a:spcAft></a:pPr><a:r><a:rPr lang="en-US" sz="2500" kern="1200" dirty="0" smtClean="0"><a:latin typeface="Times New Roman" panose="02020603050405020304" pitchFamily="18" charset="0"/><a:cs typeface="Times New Roman" panose="02020603050405020304" pitchFamily="18" charset="0"/></a:rPr><a:t>GIAI ĐOẠN 1: ĐÀO TẠO & BÀN GIAO (T+1) </a:t></a:r><a:endParaRPr lang="en-US" sz="2500" kern="1200" dirty="0"><a:latin typeface="Times New Roman" panose="02020603050405020304" pitchFamily="18" charset="0"/><a:cs typeface="Times New Roman" panose="02020603050405020304" pitchFamily="18" charset="0"/></a:endParaRPr></a:p></dsp:txBody><dsp:txXfrm><a:off x="685883" y="550410"/><a:ext cx="8398822" cy="1167620"/></dsp:txXfrm></dsp:sp><dsp:sp modelId="{7AEA5867-16DD-4176-93F0-BD18B2E04BBC}"><dsp:nvSpPr><dsp:cNvPr id="0" name=""/><dsp:cNvSpPr/></dsp:nvSpPr><dsp:spPr><a:xfrm><a:off x="0" y="2672431"/><a:ext cx="10697881" cy="1436400"/></a:xfrm><a:prstGeom prst="rect"><a:avLst/></a:prstGeom><a:solidFill><a:schemeClr val="lt1"><a:alpha val="90000"/><a:hueOff val="0"/><a:satOff val="0"/><a:lumOff val="0"/><a:alphaOff val="0"/></a:schemeClr></a:solidFill><a:ln w="12700" cap="flat" cmpd="sng" algn="ctr"><a:solidFill><a:schemeClr val="accen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/></dsp:style></dsp:sp><dsp:sp modelId="{4A7734CC-CD5E-4303-AA18-B04672FD43B2}"><dsp:nvSpPr><dsp:cNvPr id="0" name=""/><dsp:cNvSpPr/></dsp:nvSpPr><dsp:spPr><a:xfrm><a:off x="622718" y="2684075"/><a:ext cx="8577571" cy="1285553"/></a:xfrm><a:prstGeom prst="roundRect"><a:avLst/></a:prstGeom><a:solidFill><a:schemeClr val="accent5"><a:lumMod val="75000"/></a:schemeClr></a:solidFill><a:ln w="12700" cap="flat" cmpd="sng" algn="ctr"><a:solidFill><a:schemeClr val="lt1"><a:hueOff val="0"/><a:satOff val="0"/><a:lumOff val="0"/><a:alphaOff val="0"/></a:schemeClr></a:solidFill><a:prstDash val="solid"/><a:miter lim="800000"/></a:ln><a:effectLst/></dsp:spPr><dsp:style><a:lnRef idx="2"><a:scrgbClr r="0" g="0" b="0"/></a:lnRef><a:fillRef idx="1"><a:scrgbClr r="0" g="0" b="0"/></a:fillRef><a:effectRef idx="0"><a:scrgbClr r="0" g="0" b="0"/></a:effectRef><a:fontRef idx="minor"><a:schemeClr val="lt1"/></a:fontRef></dsp:style><dsp:txBody><a:bodyPr spcFirstLastPara="0" vert="horz" wrap="square" lIns="283048" tIns="0" rIns="283048" bIns="0" numCol="1" spcCol="1270" anchor="ctr" anchorCtr="0"><a:noAutofit/></a:bodyPr><a:lstStyle/><a:p><a:pPr lvl="0" algn="l" defTabSz="1111250"><a:lnSpc><a:spcPct val="90000"/></a:lnSpc><a:spcBef><a:spcPct val="0"/></a:spcBef><a:spcAft><a:spcPct val="35000"/></a:spcAft></a:pPr><a:r><a:rPr lang="en-US" sz="2500" kern="1200" dirty="0" smtClean="0"><a:latin typeface="Times New Roman" panose="02020603050405020304" pitchFamily="18" charset="0"/><a:cs typeface="Times New Roman" panose="02020603050405020304" pitchFamily="18" charset="0"/></a:rPr><a:t>GIAI ĐOẠN 2: IMPORT DỮ LIỆU LỊCH SỬ (T+1.5) </a:t></a:r><a:r><a:rPr lang="en-US" sz="2500" kern="1200" dirty="0"><a:latin typeface="Times New Roman" panose="02020603050405020304" pitchFamily="18" charset="0"/><a:cs typeface="Times New Roman" panose="02020603050405020304" pitchFamily="18" charset="0"/></a:rPr><a:t>GIAI ĐOẠN 3: GO-LIVE TOÀN HÀNG (T+2) </a:t></a:r><a:r><a:rPr lang="en-US" sz="2500" kern="1200" dirty="0" smtClean="0"><a:latin typeface="Times New Roman" panose="02020603050405020304" pitchFamily="18" charset="0"/><a:cs typeface="Times New Roman" panose="02020603050405020304" pitchFamily="18" charset="0"/></a:rPr><a:t>VẬN HÀNH QUY TRÌNH QUẢN LÝ TẬP TRUNG</a:t></a:r><a:endParaRPr lang="en-US" sz="2500" kern="1200" dirty="0"><a:latin typeface="Times New Roman" panose="02020603050405020304" pitchFamily="18" charset="0"/><a:cs typeface="Times New Roman" panose="02020603050405020304" pitchFamily="18" charset="0"/></a:endParaRPr></a:p></dsp:txBody><dsp:txXfrm><a:off x="685474" y="2746831"/><a:ext cx="8452059" cy="1160041"/></dsp:txXfrm></dsp:sp></dsp:spTree>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8604D-0A90-446D-A7D3-A0E0952250B4}">
      <dsp:nvSpPr>
        <dsp:cNvPr id="0" name=""/>
        <dsp:cNvSpPr/>
      </dsp:nvSpPr>
      <dsp:spPr>
        <a:xfrm>
          <a:off x="0" y="1473335"/>
          <a:ext cx="10697881" cy="163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616A4-17ED-4B6D-896C-9BE1D5FDB525}">
      <dsp:nvSpPr>
        <dsp:cNvPr id="0" name=""/>
        <dsp:cNvSpPr/>
      </dsp:nvSpPr>
      <dsp:spPr>
        <a:xfrm>
          <a:off x="622718" y="1548725"/>
          <a:ext cx="9878177" cy="1403870"/>
        </a:xfrm>
        <a:prstGeom prst="round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3048" tIns="0" rIns="283048" bIns="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CÁC DỰ ÁN ĐANG </a:t>
          </a:r>
          <a:r>
            <a:rPr lang="en-US" sz="25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THỰC HIỆN</a:t>
          </a:r>
          <a:endParaRPr lang="en-US" sz="25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91249" y="1617256"/>
        <a:ext cx="9741115" cy="12668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D52C1-1922-442C-B463-A845B5B5FDD1}">
      <dsp:nvSpPr>
        <dsp:cNvPr id="0" name=""/>
        <dsp:cNvSpPr/>
      </dsp:nvSpPr>
      <dsp:spPr>
        <a:xfrm>
          <a:off x="0" y="1293"/>
          <a:ext cx="12065000" cy="633412"/>
        </a:xfrm>
        <a:prstGeom prst="roundRect">
          <a:avLst/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/>
            <a:t>Đối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tác</a:t>
          </a:r>
          <a:r>
            <a:rPr lang="en-US" sz="2800" b="1" kern="1200" dirty="0" smtClean="0"/>
            <a:t> – </a:t>
          </a:r>
          <a:r>
            <a:rPr lang="en-US" sz="2800" b="1" kern="1200" dirty="0" err="1" smtClean="0"/>
            <a:t>Phòng</a:t>
          </a:r>
          <a:r>
            <a:rPr lang="en-US" sz="2800" b="1" kern="1200" dirty="0" smtClean="0"/>
            <a:t> ban </a:t>
          </a:r>
          <a:r>
            <a:rPr lang="en-US" sz="2800" b="1" kern="1200" dirty="0" err="1" smtClean="0"/>
            <a:t>nghiệp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vụ</a:t>
          </a:r>
          <a:endParaRPr lang="en-US" sz="2800" b="1" kern="1200" dirty="0"/>
        </a:p>
      </dsp:txBody>
      <dsp:txXfrm>
        <a:off x="30921" y="32214"/>
        <a:ext cx="12003158" cy="571570"/>
      </dsp:txXfrm>
    </dsp:sp>
    <dsp:sp modelId="{B9A8A833-A46D-4BDF-A6BC-BF3545293382}">
      <dsp:nvSpPr>
        <dsp:cNvPr id="0" name=""/>
        <dsp:cNvSpPr/>
      </dsp:nvSpPr>
      <dsp:spPr>
        <a:xfrm>
          <a:off x="0" y="634706"/>
          <a:ext cx="12065000" cy="43978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64" tIns="27940" rIns="156464" bIns="27940" numCol="1" spcCol="1270" anchor="t" anchorCtr="0">
          <a:noAutofit/>
        </a:bodyPr>
        <a:lstStyle/>
        <a:p>
          <a:pPr marL="228600" lvl="1" indent="-228600" algn="l" defTabSz="977900" rtl="0">
            <a:lnSpc>
              <a:spcPct val="13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Dữ liệu lịch sử phân tán</a:t>
          </a:r>
          <a:r>
            <a:rPr lang="en-US" sz="2200" kern="1200" dirty="0" smtClean="0"/>
            <a:t>: </a:t>
          </a:r>
          <a:r>
            <a:rPr lang="en-US" sz="2200" kern="1200" dirty="0" err="1" smtClean="0"/>
            <a:t>Hệ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thống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corebanking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phía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techplus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chưa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có</a:t>
          </a:r>
          <a:r>
            <a:rPr lang="en-US" sz="2200" kern="1200" dirty="0" smtClean="0"/>
            <a:t> BA </a:t>
          </a:r>
          <a:r>
            <a:rPr lang="en-US" sz="2200" kern="1200" dirty="0" err="1" smtClean="0"/>
            <a:t>nên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gây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khó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khăn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cho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việc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trao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đổi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bao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quát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công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việc</a:t>
          </a:r>
          <a:endParaRPr lang="en-US" sz="2200" kern="1200" dirty="0"/>
        </a:p>
        <a:p>
          <a:pPr marL="228600" lvl="1" indent="-228600" algn="l" defTabSz="977900" rtl="0">
            <a:lnSpc>
              <a:spcPct val="13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Tổng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cục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thuế</a:t>
          </a:r>
          <a:r>
            <a:rPr lang="en-US" sz="2200" kern="1200" dirty="0" smtClean="0"/>
            <a:t>: </a:t>
          </a:r>
          <a:r>
            <a:rPr lang="en-US" sz="2200" kern="1200" dirty="0" err="1" smtClean="0"/>
            <a:t>Hỗ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trợ</a:t>
          </a:r>
          <a:r>
            <a:rPr lang="en-US" sz="2200" kern="1200" dirty="0" smtClean="0"/>
            <a:t> bank </a:t>
          </a:r>
          <a:r>
            <a:rPr lang="en-US" sz="2200" kern="1200" dirty="0" err="1" smtClean="0"/>
            <a:t>trong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quá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trình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nghiệm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cũng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như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kiểm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thử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rất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chậm</a:t>
          </a:r>
          <a:r>
            <a:rPr lang="en-US" sz="2200" kern="1200" dirty="0" smtClean="0"/>
            <a:t> (</a:t>
          </a:r>
          <a:r>
            <a:rPr lang="en-US" sz="2200" kern="1200" dirty="0" err="1" smtClean="0"/>
            <a:t>Cung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cấp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thông</a:t>
          </a:r>
          <a:r>
            <a:rPr lang="en-US" sz="2200" kern="1200" dirty="0" smtClean="0"/>
            <a:t> tin </a:t>
          </a:r>
          <a:r>
            <a:rPr lang="en-US" sz="2200" kern="1200" dirty="0" err="1" smtClean="0"/>
            <a:t>kiểm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thử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chậm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thông</a:t>
          </a:r>
          <a:r>
            <a:rPr lang="en-US" sz="2200" kern="1200" dirty="0" smtClean="0"/>
            <a:t> tin </a:t>
          </a:r>
          <a:r>
            <a:rPr lang="en-US" sz="2200" kern="1200" dirty="0" err="1" smtClean="0"/>
            <a:t>không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đầy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đủ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nên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cần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liên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hệ</a:t>
          </a:r>
          <a:r>
            <a:rPr lang="en-US" sz="2200" kern="1200" dirty="0" smtClean="0"/>
            <a:t> qua </a:t>
          </a:r>
          <a:r>
            <a:rPr lang="en-US" sz="2200" kern="1200" dirty="0" err="1" smtClean="0"/>
            <a:t>lại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nhiều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lần</a:t>
          </a:r>
          <a:r>
            <a:rPr lang="en-US" sz="2200" kern="1200" dirty="0" smtClean="0"/>
            <a:t>.</a:t>
          </a:r>
          <a:endParaRPr lang="en-US" sz="2200" kern="1200" dirty="0"/>
        </a:p>
        <a:p>
          <a:pPr marL="228600" lvl="1" indent="-228600" algn="l" defTabSz="977900" rtl="0">
            <a:lnSpc>
              <a:spcPct val="13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Phòng</a:t>
          </a:r>
          <a:r>
            <a:rPr lang="en-US" sz="2200" kern="1200" dirty="0" smtClean="0"/>
            <a:t> ban </a:t>
          </a:r>
          <a:r>
            <a:rPr lang="en-US" sz="2200" kern="1200" dirty="0" err="1" smtClean="0"/>
            <a:t>nghiệp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vụ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khác</a:t>
          </a:r>
          <a:r>
            <a:rPr lang="en-US" sz="2200" kern="1200" dirty="0" smtClean="0"/>
            <a:t>: </a:t>
          </a:r>
          <a:r>
            <a:rPr lang="en-US" sz="2200" kern="1200" dirty="0" err="1" smtClean="0"/>
            <a:t>Một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số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phòng</a:t>
          </a:r>
          <a:r>
            <a:rPr lang="en-US" sz="2200" kern="1200" dirty="0" smtClean="0"/>
            <a:t> ban </a:t>
          </a:r>
          <a:r>
            <a:rPr lang="en-US" sz="2200" kern="1200" dirty="0" err="1" smtClean="0"/>
            <a:t>đưa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những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yêu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cầu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chung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chung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không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rõ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ràng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đến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khi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bàn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giao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để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chuẩn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bị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nghiệm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lại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đưa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ra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các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yêu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cầu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khác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dẫn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đến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việc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hệ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thống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phải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thay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đổi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rất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nhiều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làm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chậm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tiến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độ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bàn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giao</a:t>
          </a:r>
          <a:r>
            <a:rPr lang="en-US" sz="2200" kern="1200" dirty="0" smtClean="0"/>
            <a:t>.</a:t>
          </a:r>
          <a:endParaRPr lang="en-US" sz="2200" kern="1200" dirty="0"/>
        </a:p>
      </dsp:txBody>
      <dsp:txXfrm>
        <a:off x="0" y="634706"/>
        <a:ext cx="12065000" cy="4397855"/>
      </dsp:txXfrm>
    </dsp:sp>
    <dsp:sp modelId="{F4523B66-18F9-428B-83F6-F0A187ED5BD1}">
      <dsp:nvSpPr>
        <dsp:cNvPr id="0" name=""/>
        <dsp:cNvSpPr/>
      </dsp:nvSpPr>
      <dsp:spPr>
        <a:xfrm>
          <a:off x="0" y="2537950"/>
          <a:ext cx="12065000" cy="633412"/>
        </a:xfrm>
        <a:prstGeom prst="roundRect">
          <a:avLst/>
        </a:prstGeom>
        <a:solidFill>
          <a:schemeClr val="accent5">
            <a:shade val="50000"/>
            <a:hueOff val="334258"/>
            <a:satOff val="8955"/>
            <a:lumOff val="394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l" defTabSz="1244600" rtl="0">
            <a:lnSpc>
              <a:spcPct val="13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/>
            <a:t>Khó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khăn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hạ</a:t>
          </a:r>
          <a:r>
            <a:rPr lang="en-US" sz="2800" b="1" kern="1200" dirty="0" smtClean="0"/>
            <a:t> </a:t>
          </a:r>
          <a:r>
            <a:rPr lang="en-US" sz="2800" b="1" kern="1200" dirty="0" err="1" smtClean="0"/>
            <a:t>tầng</a:t>
          </a:r>
          <a:endParaRPr lang="en-US" sz="2800" b="1" kern="1200" dirty="0"/>
        </a:p>
      </dsp:txBody>
      <dsp:txXfrm>
        <a:off x="30921" y="2568871"/>
        <a:ext cx="12003158" cy="571570"/>
      </dsp:txXfrm>
    </dsp:sp>
    <dsp:sp modelId="{6BC7FC7A-1EA2-4B8D-B3F0-B101FAAFB6AF}">
      <dsp:nvSpPr>
        <dsp:cNvPr id="0" name=""/>
        <dsp:cNvSpPr/>
      </dsp:nvSpPr>
      <dsp:spPr>
        <a:xfrm>
          <a:off x="0" y="3445767"/>
          <a:ext cx="12065000" cy="3694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064" tIns="27940" rIns="156464" bIns="27940" numCol="1" spcCol="1270" anchor="t" anchorCtr="0">
          <a:noAutofit/>
        </a:bodyPr>
        <a:lstStyle/>
        <a:p>
          <a:pPr marL="228600" lvl="1" indent="-228600" algn="l" defTabSz="977900" rtl="0">
            <a:lnSpc>
              <a:spcPct val="13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200" kern="1200" dirty="0" err="1" smtClean="0"/>
            <a:t>Hệ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thống</a:t>
          </a:r>
          <a:r>
            <a:rPr lang="en-US" sz="2200" kern="1200" dirty="0" smtClean="0"/>
            <a:t> Core UAT </a:t>
          </a:r>
          <a:r>
            <a:rPr lang="en-US" sz="2200" kern="1200" dirty="0" err="1" smtClean="0"/>
            <a:t>rất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chậm</a:t>
          </a:r>
          <a:r>
            <a:rPr lang="en-US" sz="2200" kern="1200" dirty="0" smtClean="0"/>
            <a:t>, </a:t>
          </a:r>
          <a:r>
            <a:rPr lang="en-US" sz="2200" kern="1200" dirty="0" err="1" smtClean="0"/>
            <a:t>gây</a:t>
          </a:r>
          <a:r>
            <a:rPr lang="en-US" sz="2200" kern="1200" dirty="0" smtClean="0"/>
            <a:t> </a:t>
          </a:r>
          <a:r>
            <a:rPr lang="en-US" sz="2200" kern="1200" err="1" smtClean="0"/>
            <a:t>khó</a:t>
          </a:r>
          <a:r>
            <a:rPr lang="en-US" sz="2200" kern="1200" smtClean="0"/>
            <a:t> khăn trong </a:t>
          </a:r>
          <a:r>
            <a:rPr lang="en-US" sz="2200" kern="1200" dirty="0" err="1" smtClean="0"/>
            <a:t>việc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kiểm</a:t>
          </a:r>
          <a:r>
            <a:rPr lang="en-US" sz="2200" kern="1200" dirty="0" smtClean="0"/>
            <a:t> </a:t>
          </a:r>
          <a:r>
            <a:rPr lang="en-US" sz="2200" kern="1200" dirty="0" err="1" smtClean="0"/>
            <a:t>thử</a:t>
          </a:r>
          <a:r>
            <a:rPr lang="en-US" sz="2200" kern="1200" dirty="0" smtClean="0">
              <a:effectLst/>
              <a:latin typeface="Times New Roman" pitchFamily="18" charset="0"/>
              <a:cs typeface="Times New Roman" pitchFamily="18" charset="0"/>
            </a:rPr>
            <a:t>.</a:t>
          </a:r>
          <a:endParaRPr lang="en-US" sz="2200" kern="1200" dirty="0"/>
        </a:p>
      </dsp:txBody>
      <dsp:txXfrm>
        <a:off x="0" y="3445767"/>
        <a:ext cx="12065000" cy="369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6D743-E041-4C41-B35E-46E2D90914EE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5EC74B-7235-4A46-A772-B0E6D9BBF7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6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BF2C-C3B4-4AA3-A101-70FFC20EA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0DADB-A969-49B5-9EC4-6E36AD767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5B4F2-CB1D-4FAD-B817-3F992218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820D9-DB3B-4880-87FF-99540937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0AF18-D542-44AF-B627-C1A195E7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3791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7675A-28D7-468F-91E3-65AE7697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6B08-2001-4F82-BEF4-797614D2D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6C11C-0A7B-4045-87F7-0AC7F54E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8874-39E6-4AC0-94D7-70DC470A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E9277-7BD6-4C37-B268-3D55155A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797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A2D67-14D4-4C1A-9F6A-C206DD1E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269A0-C3E0-4B2E-81B9-7E1B7B845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46B6-930E-426B-ADE9-60F7EAA7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086B0-68C0-449B-B9D7-0BBC3400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85D9A-F4E1-41ED-99D0-99A2D7F5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0227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8FA1E-8434-475D-BD06-65406D46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DF063-E725-4AEA-96A6-7D9ACF84A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3B0C1-4988-456D-855B-106A209A0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BF1C3-15C3-4F21-B8DA-8CC1450EA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71B7F-84F0-433A-9309-8CDCA396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B5C69-75F2-4C23-A796-0266F1DC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607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89EC-6106-4958-B6A2-635BCF18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3C7B6-F668-4CCA-B1E4-334A0768C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9215E-90F8-41B9-955E-FE3624BC0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0A84A-ED63-48EE-A6BC-074797AC3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EE87C-F37A-4A99-A8DE-B488AEE8C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75F835-2FBC-4A5C-8B01-D5B2B749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2AD349-FCEF-42F5-A06B-A77C368B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11077-73BC-48B3-AE12-24041C3A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472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EBD7-BA29-4895-A130-D04E91E7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2033E-0EB3-4DAE-80F5-D8779E64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7CA50-0920-4F63-8261-528CF139F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F6BF6-3977-4BA3-922B-1E32EFA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2220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9E6A6-F076-4DA5-B215-F63AA4ADD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DF5E2-EB9D-4C57-9E85-24E3B751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68AE8-1D5A-4A1C-97A2-2AD75B0E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703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717E-8D7F-47EC-BEC6-937994DCD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9A69F-52D8-446C-80F7-706EC9754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B5EF0-39F7-4798-B071-92ABBAFB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3EEA8-8C23-4C7C-B9FF-9F77FC1C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A7F2-4364-4C46-8569-BC4018325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82292-515F-4608-81BE-EF62BCF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51372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F812-8A2C-41DE-B4E7-F84C55C9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09DC4-3371-4A6D-A847-6CB920B1A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240FCA-083F-4310-ACDE-33DE16965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9F2CC-82DD-4E94-94F4-2B222BB77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ED6BF-F9EA-40CF-8413-0BE99D06A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4D675-B95D-4381-B5EA-BD637A90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9186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904B-DBD9-4F63-9B2A-15DCDACB6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31872-4FF4-4271-92F0-2FB2C869B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A35A-FB48-4B9A-B626-9B66DF925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023BE-AB37-4073-AAEF-210EB7B72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A1214-CF49-40F6-960F-7EBC6CD29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414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3909B9-8AF9-4A0D-927B-DA67A7A5F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9AD71-1ED2-482F-BD3D-392020234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39661-4BDE-4F7B-97F6-BDA7569A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95798-3E73-41C3-832C-1F64A14E4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A87D8-32F5-4452-A7C7-6FC35A7B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77716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175A4-1D7A-4A66-B4ED-6648EA01C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75C40-AECD-4874-9624-C076A5AF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3F31F-E757-458B-95F9-8F09C9F23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BFAA8-298B-4C2C-8AEE-494EDA9763A2}" type="datetimeFigureOut">
              <a:rPr lang="vi-VN" smtClean="0"/>
              <a:pPr/>
              <a:t>08/10/2026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4346F-9B76-48AE-982F-961D1CF17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47CDC-8D88-418A-9044-1AE147EE1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2B435-B1E6-40AD-BFA7-9A29B648F424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198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5858"/>
            <a:ext cx="12192000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A901CD2-FD5C-4D2E-AEE3-EF8923623BBB}"/>
              </a:ext>
            </a:extLst>
          </p:cNvPr>
          <p:cNvSpPr txBox="1">
            <a:spLocks/>
          </p:cNvSpPr>
          <p:nvPr/>
        </p:nvSpPr>
        <p:spPr>
          <a:xfrm>
            <a:off x="203201" y="1743629"/>
            <a:ext cx="11874500" cy="3885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BÁO CÁO CÔNG VIỆC</a:t>
            </a:r>
          </a:p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PHÒNG ỨNG DỤNG NỘI BỘ VÀ KẾ HOẠCH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A901CD2-FD5C-4D2E-AEE3-EF8923623BBB}"/>
              </a:ext>
            </a:extLst>
          </p:cNvPr>
          <p:cNvSpPr txBox="1">
            <a:spLocks/>
          </p:cNvSpPr>
          <p:nvPr/>
        </p:nvSpPr>
        <p:spPr>
          <a:xfrm>
            <a:off x="3143313" y="4733364"/>
            <a:ext cx="5193863" cy="10936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2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SimSun" pitchFamily="2" charset="-122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95720" y="958467"/>
            <a:ext cx="2610998" cy="892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229600" y="506775"/>
            <a:ext cx="3415229" cy="727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06718" y="451692"/>
            <a:ext cx="3272010" cy="79321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295" y="801969"/>
            <a:ext cx="2711301" cy="5720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07062" y="5534084"/>
            <a:ext cx="19977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10-2026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0645300"/>
              </p:ext>
            </p:extLst>
          </p:nvPr>
        </p:nvGraphicFramePr>
        <p:xfrm>
          <a:off x="1095513" y="1155700"/>
          <a:ext cx="11589025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/>
          <p:cNvSpPr/>
          <p:nvPr/>
        </p:nvSpPr>
        <p:spPr>
          <a:xfrm>
            <a:off x="1570383" y="108698"/>
            <a:ext cx="9134059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PHẦN MỀM QUẢN LÝ DỰ ÁN &amp; HỢP ĐỒNG</a:t>
            </a:r>
          </a:p>
        </p:txBody>
      </p:sp>
    </p:spTree>
    <p:extLst>
      <p:ext uri="{BB962C8B-B14F-4D97-AF65-F5344CB8AC3E}">
        <p14:creationId xmlns:p14="http://schemas.microsoft.com/office/powerpoint/2010/main" val="342958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414661935"/>
              </p:ext>
            </p:extLst>
          </p:nvPr>
        </p:nvGraphicFramePr>
        <p:xfrm>
          <a:off x="1358283" y="1016000"/>
          <a:ext cx="10697881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2571078" y="108698"/>
            <a:ext cx="7057016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CÁC PHÂN HỆ CHÍNH CỦA HỆ THỐNG</a:t>
            </a:r>
          </a:p>
        </p:txBody>
      </p:sp>
    </p:spTree>
    <p:extLst>
      <p:ext uri="{BB962C8B-B14F-4D97-AF65-F5344CB8AC3E}">
        <p14:creationId xmlns:p14="http://schemas.microsoft.com/office/powerpoint/2010/main" val="280658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35868329"/>
              </p:ext>
            </p:extLst>
          </p:nvPr>
        </p:nvGraphicFramePr>
        <p:xfrm>
          <a:off x="1358283" y="1016000"/>
          <a:ext cx="10697881" cy="414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2571078" y="108698"/>
            <a:ext cx="7057016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LỘ TRÌNH VẬN HÀNH &amp; TRIỂN KHAI</a:t>
            </a:r>
          </a:p>
        </p:txBody>
      </p:sp>
    </p:spTree>
    <p:extLst>
      <p:ext uri="{BB962C8B-B14F-4D97-AF65-F5344CB8AC3E}">
        <p14:creationId xmlns:p14="http://schemas.microsoft.com/office/powerpoint/2010/main" val="1306033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609038"/>
              </p:ext>
            </p:extLst>
          </p:nvPr>
        </p:nvGraphicFramePr>
        <p:xfrm>
          <a:off x="0" y="703476"/>
          <a:ext cx="12192001" cy="465179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88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2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334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Mô tả công việc chính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Trạng thái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727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Lập &amp; Phê duyệt Kế hoạch vốn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Quản lý các đợt lập kế hoạch vốn (Cả năm, 6 tháng, Bổ sung)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Luồng trình duyệt và phê duyệt/từ chối kế hoạch vốn trực tuyến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Hoàn thành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726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Kiểm soát đa nguồn vốn &amp; Dự toán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Quản lý chi tiết theo: Vốn điều lệ &amp; Quỹ DTBS, Quỹ ĐTPT, Chi phí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Lưu vết QĐ phê duyệt dự toán, ngăn ngừa và cảnh báo vượt hạn mức vốn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Hoàn thành</a:t>
                      </a:r>
                    </a:p>
                  </a:txBody>
                  <a:tcPr marL="19050" marR="19050" marT="12700" marB="1270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571078" y="108698"/>
            <a:ext cx="8540870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QUẢN LÝ KẾ HOẠCH VỐN &amp; DỰ ÁN</a:t>
            </a:r>
          </a:p>
        </p:txBody>
      </p:sp>
    </p:spTree>
    <p:extLst>
      <p:ext uri="{BB962C8B-B14F-4D97-AF65-F5344CB8AC3E}">
        <p14:creationId xmlns:p14="http://schemas.microsoft.com/office/powerpoint/2010/main" val="2550436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93107" y="113879"/>
            <a:ext cx="8540870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QUẢN LÝ GÓI THẦU &amp; HỢP ĐỒNG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103942"/>
              </p:ext>
            </p:extLst>
          </p:nvPr>
        </p:nvGraphicFramePr>
        <p:xfrm>
          <a:off x="114300" y="731514"/>
          <a:ext cx="12077699" cy="5277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62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6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1552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Mô tả công việc chính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Trạng thái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584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Kế hoạch LCNT, Gói thầu &amp; Hợp đồng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1. Lập kế hoạch mua sắm (Đấu thầu rộng rãi, Chỉ định thầu, Chào hàng)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2. Phê duyệt kết quả LCNT, lưu vết giá trúng thầu &amp; mức tiết kiệm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3. Quản lý tiến độ công việc gói thầu (WBS), giao việc và trao đổi trực tiếp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4. Quản lý hồ sơ hợp đồng điện tử, phụ lục gia hạn/điều chỉnh và đối tác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Hoàn thành</a:t>
                      </a:r>
                    </a:p>
                  </a:txBody>
                  <a:tcPr marL="19050" marR="1905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92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993107" y="113879"/>
            <a:ext cx="8540870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GIẢI NGÂN, CẢNH BÁO &amp; BÁO CÁO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577194"/>
              </p:ext>
            </p:extLst>
          </p:nvPr>
        </p:nvGraphicFramePr>
        <p:xfrm>
          <a:off x="152400" y="731515"/>
          <a:ext cx="11849101" cy="59486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195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49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34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Hạng mục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Mô tả công việc chính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Trạng thái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0733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Giải ngân &amp; Tiến độ thanh toán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Kiểm soát tạm ứng, hồ sơ bảo lãnh và các đợt giải ngân (Lần 1, 2, 3...)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Đối soát công nợ còn lại, lưu vết QĐ phê duyệt quyết toán đóng hợp đồng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Hoàn thành</a:t>
                      </a:r>
                    </a:p>
                  </a:txBody>
                  <a:tcPr marL="19050" marR="19050" marT="12700" marB="12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5803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Cảnh báo nhắc hạn Real-time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Cảnh báo hạn License phần mềm trước 30 – 60 – 90 ngày; cảnh báo license hết hạn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Cảnh báo hạn hợp đồng trong 30 ngày; cảnh báo hợp đồng quá hạn thanh lý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Cảnh báo vượt dự toán; đẩy thông báo tức thời (In-app) trên thanh Header</a:t>
                      </a:r>
                    </a:p>
                  </a:txBody>
                  <a:tcPr marL="19050" marR="19050" marT="12700" marB="12700"/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E11B22"/>
                          </a:solidFill>
                          <a:latin typeface="Segoe UI"/>
                        </a:defRPr>
                      </a:pPr>
                      <a:r>
                        <a:t>Vận hành Real-time</a:t>
                      </a:r>
                    </a:p>
                  </a:txBody>
                  <a:tcPr marL="19050" marR="19050" marT="12700" marB="12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5803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Trung tâm Báo cáo &amp; Xuất Excel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Báo cáo Tiến độ thanh toán Dự án Thầu, Báo cáo theo dõi thanh toán HĐ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Báo cáo Biểu số 02.A TTCNTT (Quý/Năm), Báo cáo KHV mua sắm TSCĐ</a:t>
                      </a:r>
                    </a:p>
                    <a:p>
                      <a:pPr>
                        <a:defRPr sz="1000">
                          <a:latin typeface="Segoe UI"/>
                        </a:defRPr>
                      </a:pPr>
                      <a:r>
                        <a:t>• Xuất tự động file Excel (.xlsx) chuẩn mẫu ngân hàng, định dạng số #,#0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0377B"/>
                          </a:solidFill>
                          <a:latin typeface="Segoe UI"/>
                        </a:defRPr>
                      </a:pPr>
                      <a:r>
                        <a:t>Hoàn thành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518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866499539"/>
              </p:ext>
            </p:extLst>
          </p:nvPr>
        </p:nvGraphicFramePr>
        <p:xfrm>
          <a:off x="127000" y="719666"/>
          <a:ext cx="12065000" cy="6036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5"/>
          <p:cNvSpPr/>
          <p:nvPr/>
        </p:nvSpPr>
        <p:spPr>
          <a:xfrm>
            <a:off x="2202778" y="108698"/>
            <a:ext cx="8540870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KHÓ KHĂN – VƯỚNG MẮC &amp; ĐỀ XUẤT</a:t>
            </a:r>
          </a:p>
        </p:txBody>
      </p:sp>
    </p:spTree>
    <p:extLst>
      <p:ext uri="{BB962C8B-B14F-4D97-AF65-F5344CB8AC3E}">
        <p14:creationId xmlns:p14="http://schemas.microsoft.com/office/powerpoint/2010/main" val="190749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29" y="1918503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C:\Users\phongthe\Desktop\Untitled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7705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944913" y="2742568"/>
            <a:ext cx="8540870" cy="594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b="1">
                <a:solidFill>
                  <a:srgbClr val="00377B"/>
                </a:solidFill>
                <a:latin typeface="Segoe UI"/>
              </a:defRPr>
            </a:pPr>
            <a:r>
              <a:t>CẢM ƠN ĐÃ LẮNG NGHE!</a:t>
            </a:r>
          </a:p>
        </p:txBody>
      </p:sp>
    </p:spTree>
    <p:extLst>
      <p:ext uri="{BB962C8B-B14F-4D97-AF65-F5344CB8AC3E}">
        <p14:creationId xmlns:p14="http://schemas.microsoft.com/office/powerpoint/2010/main" val="225992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3189</TotalTime>
  <Words>485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맑은 고딕</vt:lpstr>
      <vt:lpstr>SimSun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QUY TRÌNH ĐỐI SOÁT, TRA SOÁT GIAO DỊCH  VỚI  TRUNG TÂM THẺ VÀ DỊCH VỤ NGÂN HÀNG SỐ</dc:title>
  <dc:creator>nguye</dc:creator>
  <cp:lastModifiedBy>nguyen minh duc</cp:lastModifiedBy>
  <cp:revision>276</cp:revision>
  <dcterms:created xsi:type="dcterms:W3CDTF">2021-10-28T07:33:24Z</dcterms:created>
  <dcterms:modified xsi:type="dcterms:W3CDTF">2026-10-08T09:43:52Z</dcterms:modified>
</cp:coreProperties>
</file>