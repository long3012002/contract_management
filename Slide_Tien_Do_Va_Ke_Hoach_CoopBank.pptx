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2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1525" initials="u" lastIdx="1" clrIdx="0">
    <p:extLst>
      <p:ext uri="{19B8F6BF-5375-455C-9EA6-DF929625EA0E}">
        <p15:presenceInfo xmlns:p15="http://schemas.microsoft.com/office/powerpoint/2012/main" userId="user152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8042" autoAdjust="0"/>
  </p:normalViewPr>
  <p:slideViewPr>
    <p:cSldViewPr snapToGrid="0">
      <p:cViewPr varScale="1">
        <p:scale>
          <a:sx n="110" d="100"/>
          <a:sy n="110" d="100"/>
        </p:scale>
        <p:origin x="75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6D743-E041-4C41-B35E-46E2D90914EE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EC74B-7235-4A46-A772-B0E6D9BBF7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6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BF2C-C3B4-4AA3-A101-70FFC20EA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0DADB-A969-49B5-9EC4-6E36AD767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5B4F2-CB1D-4FAD-B817-3F992218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20D9-DB3B-4880-87FF-99540937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0AF18-D542-44AF-B627-C1A195E7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379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675A-28D7-468F-91E3-65AE7697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6B08-2001-4F82-BEF4-797614D2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6C11C-0A7B-4045-87F7-0AC7F54E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8874-39E6-4AC0-94D7-70DC470A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9277-7BD6-4C37-B268-3D55155A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797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2D67-14D4-4C1A-9F6A-C206DD1E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269A0-C3E0-4B2E-81B9-7E1B7B845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46B6-930E-426B-ADE9-60F7EAA7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86B0-68C0-449B-B9D7-0BBC3400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5D9A-F4E1-41ED-99D0-99A2D7F5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227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FA1E-8434-475D-BD06-65406D46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F063-E725-4AEA-96A6-7D9ACF84A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3B0C1-4988-456D-855B-106A209A0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BF1C3-15C3-4F21-B8DA-8CC1450E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71B7F-84F0-433A-9309-8CDCA396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B5C69-75F2-4C23-A796-0266F1DC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6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89EC-6106-4958-B6A2-635BCF18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3C7B6-F668-4CCA-B1E4-334A0768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9215E-90F8-41B9-955E-FE3624BC0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0A84A-ED63-48EE-A6BC-074797AC3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EE87C-F37A-4A99-A8DE-B488AEE8C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5F835-2FBC-4A5C-8B01-D5B2B749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AD349-FCEF-42F5-A06B-A77C368B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11077-73BC-48B3-AE12-24041C3A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472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EBD7-BA29-4895-A130-D04E91E7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2033E-0EB3-4DAE-80F5-D8779E64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7CA50-0920-4F63-8261-528CF139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F6BF6-3977-4BA3-922B-1E32EFA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220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9E6A6-F076-4DA5-B215-F63AA4AD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DF5E2-EB9D-4C57-9E85-24E3B751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68AE8-1D5A-4A1C-97A2-2AD75B0E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703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717E-8D7F-47EC-BEC6-937994DC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9A69F-52D8-446C-80F7-706EC975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B5EF0-39F7-4798-B071-92ABBAFBB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3EEA8-8C23-4C7C-B9FF-9F77FC1C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7A7F2-4364-4C46-8569-BC401832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82292-515F-4608-81BE-EF62BCFD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137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F812-8A2C-41DE-B4E7-F84C55C9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09DC4-3371-4A6D-A847-6CB920B1A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40FCA-083F-4310-ACDE-33DE16965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9F2CC-82DD-4E94-94F4-2B222BB7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ED6BF-F9EA-40CF-8413-0BE99D06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4D675-B95D-4381-B5EA-BD637A90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918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904B-DBD9-4F63-9B2A-15DCDACB6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31872-4FF4-4271-92F0-2FB2C869B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A35A-FB48-4B9A-B626-9B66DF92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23BE-AB37-4073-AAEF-210EB7B7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A1214-CF49-40F6-960F-7EBC6CD2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414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909B9-8AF9-4A0D-927B-DA67A7A5F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9AD71-1ED2-482F-BD3D-39202023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9661-4BDE-4F7B-97F6-BDA7569A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5798-3E73-41C3-832C-1F64A14E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87D8-32F5-4452-A7C7-6FC35A7B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77716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1175A4-1D7A-4A66-B4ED-6648EA01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75C40-AECD-4874-9624-C076A5AF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3F31F-E757-458B-95F9-8F09C9F23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346F-9B76-48AE-982F-961D1CF17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7CDC-8D88-418A-9044-1AE147EE1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98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77B"/>
                </a:solidFill>
                <a:latin typeface="Segoe UI"/>
              </a:defRPr>
            </a:pPr>
            <a:r>
              <a:t>TIẾN ĐỘ HIỆN TẠI VÀ KẾ HOẠCH GIAI ĐOẠN TIẾP THEO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TIẾN ĐỘ HIỆN TẠI (THÁNG 10/2026)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✔ Kế hoạch vốn &amp; Dự án: [Hoàn thành 100%]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 Phân bổ 3 nguồn vốn, lưu trữ QĐ dự toán, quản lý danh mục dự án.</a:t>
            </a:r>
          </a:p>
          <a:p>
            <a:pPr>
              <a:spcAft>
                <a:spcPts val="1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✔ Gói thầu &amp; Hợp đồng: [Hoàn thành 100%]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 Quy trình LCNT, phê duyệt kết quả, hồ sơ hợp đồng điện tử &amp; đối tác.</a:t>
            </a:r>
          </a:p>
          <a:p>
            <a:pPr>
              <a:spcAft>
                <a:spcPts val="1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✔ Giải ngân &amp; Thanh toán: [Hoàn thành 100%]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 Theo dõi tạm ứng, thanh toán theo đợt, đối soát công nợ &amp; quyết toán.</a:t>
            </a:r>
          </a:p>
          <a:p>
            <a:pPr>
              <a:spcAft>
                <a:spcPts val="1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✔ Cảnh báo nhắc hạn: [Vận hành Real-time]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 Tự động quét nhắc hạn License (30-60-90 ngày), hạn HĐ &amp; vượt dự toán.</a:t>
            </a:r>
          </a:p>
          <a:p>
            <a:pPr>
              <a:spcAft>
                <a:spcPts val="1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✔ Báo cáo &amp; Xuất Excel: [Hoàn thành 100%]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 6 Tab báo cáo tại Hub, Biểu 02A TTCNTT, HĐ bảo trì, xuất Excel tức thì.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003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280160"/>
            <a:ext cx="5303520" cy="548640"/>
          </a:xfrm>
          <a:prstGeom prst="rect">
            <a:avLst/>
          </a:prstGeom>
          <a:solidFill>
            <a:srgbClr val="E1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KẾ HOẠCH GIAI ĐOẠN TIẾP THEO (ROADMAP)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★ GIAI ĐOẠN 1 (T+1) — ĐÀO TẠO &amp; BÀN GIAO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   • Đào tạo người sử dụng cho các phòng ban nghiệp vụ.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   • Ban hành tài liệu User Manual và video hướng dẫn vận hành.</a:t>
            </a:r>
          </a:p>
          <a:p>
            <a:pPr>
              <a:spcAft>
                <a:spcPts val="2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★ GIAI ĐOẠN 2 (T+1.5) — CHUYỂN ĐỔI DỮ LIỆU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   • Thu thập &amp; import dữ liệu dự án, gói thầu, hợp đồng năm 2024 - 2026.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   • Chuẩn hóa dữ liệu đối tác, MST và đối soát giải ngân với Kế toán.</a:t>
            </a:r>
          </a:p>
          <a:p>
            <a:pPr>
              <a:spcAft>
                <a:spcPts val="200"/>
              </a:spcAft>
              <a:defRPr sz="1100" b="1">
                <a:solidFill>
                  <a:srgbClr val="E11B22"/>
                </a:solidFill>
                <a:latin typeface="Segoe UI"/>
              </a:defRPr>
            </a:pPr>
            <a:r>
              <a:t>★ GIAI ĐOẠN 3 (T+2) — GO-LIVE TOÀN NGÂN HÀNG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   • Chính thức Go-Live toàn ngân hàng và áp dụng quy chế bắt buộc.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   • Định kỳ trích xuất báo cáo quản trị tự động trình Ban Lãnh đạo.</a:t>
            </a:r>
          </a:p>
          <a:p>
            <a:pPr>
              <a:spcAft>
                <a:spcPts val="200"/>
              </a:spcAft>
              <a:defRPr sz="1100" b="1">
                <a:solidFill>
                  <a:srgbClr val="00377B"/>
                </a:solidFill>
                <a:latin typeface="Segoe UI"/>
              </a:defRPr>
            </a:pPr>
            <a:r>
              <a:t>★ GIAI ĐOẠN 4 (PHASE 2) — MỞ RỘNG TÍCH HỢP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   • Nghiên cứu kết nối tự động với Kế toán Tài chính / CoreBanking.</a:t>
            </a:r>
          </a:p>
        </p:txBody>
      </p:sp>
    </p:spTree>
    <p:extLst>
      <p:ext uri="{BB962C8B-B14F-4D97-AF65-F5344CB8AC3E}">
        <p14:creationId xmlns:p14="http://schemas.microsoft.com/office/powerpoint/2010/main" val="225992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3189</TotalTime>
  <Words>485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맑은 고딕</vt:lpstr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ĐỐI SOÁT, TRA SOÁT GIAO DỊCH  VỚI  TRUNG TÂM THẺ VÀ DỊCH VỤ NGÂN HÀNG SỐ</dc:title>
  <dc:creator>nguye</dc:creator>
  <cp:lastModifiedBy>nguyen minh duc</cp:lastModifiedBy>
  <cp:revision>276</cp:revision>
  <dcterms:created xsi:type="dcterms:W3CDTF">2021-10-28T07:33:24Z</dcterms:created>
  <dcterms:modified xsi:type="dcterms:W3CDTF">2026-10-08T09:43:52Z</dcterms:modified>
</cp:coreProperties>
</file>